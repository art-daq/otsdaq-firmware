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4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4282C-8137-4035-812B-2676308E0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5691B-686B-4D68-9DDC-B58632B8B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D6E2E-A39A-4F6A-B0FC-462DE9B8C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FE03-2584-48BD-B084-6628459AD756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284FE-660D-42CE-8C7C-0A24CEC05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6DB6D-922F-417B-A30F-02DE23249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6BFD-3DB2-424B-9072-03C4CF473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78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40CAA-4130-4837-B2DF-11BA83986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3EF1A-05F3-43F3-8D31-3ED08AF55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B55E2-B743-4FC5-852B-C066BCE2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FE03-2584-48BD-B084-6628459AD756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D61A-254F-493C-A47A-93D6341F8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72D18-857D-4D2C-AE2F-344E6F6C2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6BFD-3DB2-424B-9072-03C4CF473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88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A2F6E-0590-4ED4-B264-A8FDFB4C1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4AB9E-3913-4CE9-968E-E7C430ECD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2CF20-1D1F-48FF-B92F-C404105EE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FE03-2584-48BD-B084-6628459AD756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9EF38-C63F-42DA-B698-3B20BB634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936E9-72E5-487A-B64C-96E42C55D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6BFD-3DB2-424B-9072-03C4CF473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937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E5B8E-9053-4D26-8EF3-6BA44583C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E573D-7A7E-4E7D-B7EE-401A78EE3B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24AA1-EC95-4A81-A274-73F7EC8AB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78E78-BE16-4E3C-8783-4000210AE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FE03-2584-48BD-B084-6628459AD756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2EE54-C751-4E2F-856C-0FB1F4978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BE1CA-DB3D-4C1F-BCBF-4B7BDEAB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6BFD-3DB2-424B-9072-03C4CF473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57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3CA5-4461-482A-8B2B-19F781A74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A410A-92DE-4F55-AC14-6FCC353EF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2D1FA-A908-4D16-AAC3-71D50B553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5637B9-F44E-402D-AA55-64601D3E85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A510AA-720E-45C5-BEE1-8C3F6AF9D9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8E9564-7936-486D-803E-7FFA41F5C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FE03-2584-48BD-B084-6628459AD756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3E979C-717C-4948-87F5-6C9726D3C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E6F24A-3CBA-4523-9FCA-B2872460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6BFD-3DB2-424B-9072-03C4CF473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970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54CC0-2DC2-4D1A-AED4-8460101FC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A74BA6-746C-4081-BDF5-8595AC579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FE03-2584-48BD-B084-6628459AD756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B7CF72-2185-4C9D-955E-88CDCF55E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DEF83E-9E94-4AE7-BA16-B75083AC6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6BFD-3DB2-424B-9072-03C4CF473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32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0755E-6532-4536-B835-8388B5931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FE03-2584-48BD-B084-6628459AD756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261D4F-26C7-4AFF-BAFB-498483C7F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64F66-24C7-4EE1-9A69-26897C1C6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6BFD-3DB2-424B-9072-03C4CF473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58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C4CF-094B-4AD7-9B57-D3FD3B132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EC2E0-15DD-413C-B656-5239F7327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8805D4-A126-4D2F-9264-E0292264E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A53BD-3C43-4D72-98CB-F816D18FE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FE03-2584-48BD-B084-6628459AD756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51CBA-5DC8-49B2-BB66-516C38815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E53B7-514B-4E39-AA27-408A49344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6BFD-3DB2-424B-9072-03C4CF473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893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62CA-A777-4B08-8810-7C0A45D82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6EC22B-50C9-4834-A344-68181BAA45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DDA28-633B-4FF7-AD38-C38B3F030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0104B-CA6F-465C-890E-5EDC7B96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FE03-2584-48BD-B084-6628459AD756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A9608-DD8C-4D40-8275-589EC8AEE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63D7A-C213-4586-AD56-C52AA895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6BFD-3DB2-424B-9072-03C4CF473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82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BA3D6-7590-4799-BEE9-3A6CC2F4E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014A0F-DABD-4A9D-BDF9-D1B65F486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E37FA-0525-424F-8A68-A09441F6F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FE03-2584-48BD-B084-6628459AD756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C6A2F-BE05-4DF0-A20E-3B410B9C9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AD2DB-B27E-4BC1-8C5D-0500B42C8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6BFD-3DB2-424B-9072-03C4CF473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87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81E1D-DA2A-45FD-B90A-2662416406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2F3B2-6CE5-4AEB-A50F-0162D5456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7CB38-6020-44D5-A0C6-E04143B03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FE03-2584-48BD-B084-6628459AD756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36F56-41D3-4C28-AA8C-ED4FE61A7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A1D1B-97EB-45D8-A0B3-C9399CDB6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6BFD-3DB2-424B-9072-03C4CF473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64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F2172-9C1D-4086-B88B-752F39C31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7C15A-ED1F-4F31-B97F-3860FAE49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324D8-F101-40A9-A8E4-819DECA48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CFE03-2584-48BD-B084-6628459AD756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B38D0-E4BF-4817-A9DB-7A68D2999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13B95-1B61-499F-8F7C-316C826DCF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06BFD-3DB2-424B-9072-03C4CF473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09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7F66EA-288C-4C6D-8A3E-C40F276683C8}"/>
              </a:ext>
            </a:extLst>
          </p:cNvPr>
          <p:cNvSpPr txBox="1"/>
          <p:nvPr/>
        </p:nvSpPr>
        <p:spPr>
          <a:xfrm>
            <a:off x="726842" y="642359"/>
            <a:ext cx="104436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idea is to be able to enable selection of particles from the accelerator (on 53 MHz timing) at the with the </a:t>
            </a:r>
          </a:p>
          <a:p>
            <a:r>
              <a:rPr lang="en-US" dirty="0"/>
              <a:t> same relationship to a 40 MHz (approximately) clock. 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4533E462-FBDC-4BC7-93FA-5F0690BF84FA}"/>
              </a:ext>
            </a:extLst>
          </p:cNvPr>
          <p:cNvCxnSpPr>
            <a:cxnSpLocks/>
          </p:cNvCxnSpPr>
          <p:nvPr/>
        </p:nvCxnSpPr>
        <p:spPr>
          <a:xfrm>
            <a:off x="1389599" y="2529708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A0615567-DDD1-4CD7-8727-74A80D7AEA4D}"/>
              </a:ext>
            </a:extLst>
          </p:cNvPr>
          <p:cNvCxnSpPr>
            <a:cxnSpLocks/>
          </p:cNvCxnSpPr>
          <p:nvPr/>
        </p:nvCxnSpPr>
        <p:spPr>
          <a:xfrm flipH="1">
            <a:off x="1507840" y="2529707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48A1F15-16E6-4C85-B13A-13A83FD3DEC3}"/>
              </a:ext>
            </a:extLst>
          </p:cNvPr>
          <p:cNvCxnSpPr/>
          <p:nvPr/>
        </p:nvCxnSpPr>
        <p:spPr>
          <a:xfrm>
            <a:off x="1744323" y="252970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E4FBD3B4-F51D-4523-9A3F-6B5D91B8BA9F}"/>
              </a:ext>
            </a:extLst>
          </p:cNvPr>
          <p:cNvCxnSpPr>
            <a:cxnSpLocks/>
          </p:cNvCxnSpPr>
          <p:nvPr/>
        </p:nvCxnSpPr>
        <p:spPr>
          <a:xfrm flipH="1">
            <a:off x="1744323" y="2529707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FFB9A0-425A-4C36-862F-F559664A2416}"/>
              </a:ext>
            </a:extLst>
          </p:cNvPr>
          <p:cNvCxnSpPr/>
          <p:nvPr/>
        </p:nvCxnSpPr>
        <p:spPr>
          <a:xfrm>
            <a:off x="1981954" y="252970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5D9EC4B-83D0-4A94-96F2-E019E95E6C07}"/>
              </a:ext>
            </a:extLst>
          </p:cNvPr>
          <p:cNvCxnSpPr>
            <a:cxnSpLocks/>
          </p:cNvCxnSpPr>
          <p:nvPr/>
        </p:nvCxnSpPr>
        <p:spPr>
          <a:xfrm flipH="1">
            <a:off x="1981954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2C71C4-3402-4936-909F-7E3FAE78ED00}"/>
              </a:ext>
            </a:extLst>
          </p:cNvPr>
          <p:cNvCxnSpPr/>
          <p:nvPr/>
        </p:nvCxnSpPr>
        <p:spPr>
          <a:xfrm>
            <a:off x="2218436" y="252970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45490FF-74A4-4CAD-8B88-693D8D75B94F}"/>
              </a:ext>
            </a:extLst>
          </p:cNvPr>
          <p:cNvCxnSpPr>
            <a:cxnSpLocks/>
          </p:cNvCxnSpPr>
          <p:nvPr/>
        </p:nvCxnSpPr>
        <p:spPr>
          <a:xfrm flipH="1">
            <a:off x="2218436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ABC2BA-FE22-4CF5-837B-5D0F479EF07F}"/>
              </a:ext>
            </a:extLst>
          </p:cNvPr>
          <p:cNvCxnSpPr/>
          <p:nvPr/>
        </p:nvCxnSpPr>
        <p:spPr>
          <a:xfrm>
            <a:off x="2454918" y="252970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A1B87F9-D44D-447C-94CE-516E5A97D54E}"/>
              </a:ext>
            </a:extLst>
          </p:cNvPr>
          <p:cNvCxnSpPr>
            <a:cxnSpLocks/>
          </p:cNvCxnSpPr>
          <p:nvPr/>
        </p:nvCxnSpPr>
        <p:spPr>
          <a:xfrm flipH="1">
            <a:off x="2454918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451442-4815-4493-A4D1-5F68FE81F621}"/>
              </a:ext>
            </a:extLst>
          </p:cNvPr>
          <p:cNvCxnSpPr/>
          <p:nvPr/>
        </p:nvCxnSpPr>
        <p:spPr>
          <a:xfrm>
            <a:off x="2691400" y="252970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81FC8BA-6BD0-4A7F-98BA-648090546BDC}"/>
              </a:ext>
            </a:extLst>
          </p:cNvPr>
          <p:cNvCxnSpPr>
            <a:cxnSpLocks/>
          </p:cNvCxnSpPr>
          <p:nvPr/>
        </p:nvCxnSpPr>
        <p:spPr>
          <a:xfrm flipH="1">
            <a:off x="2691400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43E25F-D362-42C4-AE26-71712A869604}"/>
              </a:ext>
            </a:extLst>
          </p:cNvPr>
          <p:cNvCxnSpPr/>
          <p:nvPr/>
        </p:nvCxnSpPr>
        <p:spPr>
          <a:xfrm>
            <a:off x="2927882" y="252970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83FFF4B-814C-415B-97C9-4B6CF8B1A404}"/>
              </a:ext>
            </a:extLst>
          </p:cNvPr>
          <p:cNvCxnSpPr>
            <a:cxnSpLocks/>
          </p:cNvCxnSpPr>
          <p:nvPr/>
        </p:nvCxnSpPr>
        <p:spPr>
          <a:xfrm flipH="1">
            <a:off x="2927882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04CC48A-F79C-4864-8E8A-999BE52BD6A8}"/>
              </a:ext>
            </a:extLst>
          </p:cNvPr>
          <p:cNvCxnSpPr>
            <a:cxnSpLocks/>
          </p:cNvCxnSpPr>
          <p:nvPr/>
        </p:nvCxnSpPr>
        <p:spPr>
          <a:xfrm>
            <a:off x="3046949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09EA0731-D119-4E7A-9975-7A50353AB0A7}"/>
              </a:ext>
            </a:extLst>
          </p:cNvPr>
          <p:cNvCxnSpPr>
            <a:cxnSpLocks/>
          </p:cNvCxnSpPr>
          <p:nvPr/>
        </p:nvCxnSpPr>
        <p:spPr>
          <a:xfrm flipH="1">
            <a:off x="3165190" y="2529705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1D91F2-5F57-4BBB-B5C9-AB04D2B4CC88}"/>
              </a:ext>
            </a:extLst>
          </p:cNvPr>
          <p:cNvCxnSpPr/>
          <p:nvPr/>
        </p:nvCxnSpPr>
        <p:spPr>
          <a:xfrm>
            <a:off x="3401673" y="2529705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08FC009-F0D9-4ECB-A70C-EFC85A6966CA}"/>
              </a:ext>
            </a:extLst>
          </p:cNvPr>
          <p:cNvCxnSpPr>
            <a:cxnSpLocks/>
          </p:cNvCxnSpPr>
          <p:nvPr/>
        </p:nvCxnSpPr>
        <p:spPr>
          <a:xfrm flipH="1">
            <a:off x="3401673" y="2529705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919C3E4-A036-4FA5-A708-A0DD31CA19F0}"/>
              </a:ext>
            </a:extLst>
          </p:cNvPr>
          <p:cNvCxnSpPr/>
          <p:nvPr/>
        </p:nvCxnSpPr>
        <p:spPr>
          <a:xfrm>
            <a:off x="3639304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7F3A527-5D9D-4B52-A524-DC964DE66FBB}"/>
              </a:ext>
            </a:extLst>
          </p:cNvPr>
          <p:cNvCxnSpPr>
            <a:cxnSpLocks/>
          </p:cNvCxnSpPr>
          <p:nvPr/>
        </p:nvCxnSpPr>
        <p:spPr>
          <a:xfrm flipH="1">
            <a:off x="3639304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661F06C-D27D-423B-851A-EFF8BE2025F3}"/>
              </a:ext>
            </a:extLst>
          </p:cNvPr>
          <p:cNvCxnSpPr/>
          <p:nvPr/>
        </p:nvCxnSpPr>
        <p:spPr>
          <a:xfrm>
            <a:off x="3875786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778068C-B257-4D2E-8BDB-74D70D0C553E}"/>
              </a:ext>
            </a:extLst>
          </p:cNvPr>
          <p:cNvCxnSpPr>
            <a:cxnSpLocks/>
          </p:cNvCxnSpPr>
          <p:nvPr/>
        </p:nvCxnSpPr>
        <p:spPr>
          <a:xfrm flipH="1">
            <a:off x="3875786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7FEDD25-1282-46B0-B2DA-58AB00467ACD}"/>
              </a:ext>
            </a:extLst>
          </p:cNvPr>
          <p:cNvCxnSpPr/>
          <p:nvPr/>
        </p:nvCxnSpPr>
        <p:spPr>
          <a:xfrm>
            <a:off x="4112268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D690AF55-9980-4B1A-9556-FF6A2E07BBA4}"/>
              </a:ext>
            </a:extLst>
          </p:cNvPr>
          <p:cNvCxnSpPr>
            <a:cxnSpLocks/>
          </p:cNvCxnSpPr>
          <p:nvPr/>
        </p:nvCxnSpPr>
        <p:spPr>
          <a:xfrm flipH="1">
            <a:off x="4112268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FE1B317-C537-4E17-AB5D-1242F59F5040}"/>
              </a:ext>
            </a:extLst>
          </p:cNvPr>
          <p:cNvCxnSpPr/>
          <p:nvPr/>
        </p:nvCxnSpPr>
        <p:spPr>
          <a:xfrm>
            <a:off x="4348750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B73AA86-F442-416B-B0F4-C561AA7D7519}"/>
              </a:ext>
            </a:extLst>
          </p:cNvPr>
          <p:cNvCxnSpPr>
            <a:cxnSpLocks/>
          </p:cNvCxnSpPr>
          <p:nvPr/>
        </p:nvCxnSpPr>
        <p:spPr>
          <a:xfrm flipH="1">
            <a:off x="4348750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685E5A0-076E-4276-A947-8CCAF82CF0BE}"/>
              </a:ext>
            </a:extLst>
          </p:cNvPr>
          <p:cNvCxnSpPr/>
          <p:nvPr/>
        </p:nvCxnSpPr>
        <p:spPr>
          <a:xfrm>
            <a:off x="4585232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5323103-38B2-4C5D-871D-C5FAA8240D82}"/>
              </a:ext>
            </a:extLst>
          </p:cNvPr>
          <p:cNvCxnSpPr>
            <a:cxnSpLocks/>
          </p:cNvCxnSpPr>
          <p:nvPr/>
        </p:nvCxnSpPr>
        <p:spPr>
          <a:xfrm flipH="1">
            <a:off x="4585232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9563015C-C974-4FDE-ADE8-FA9D3CAA52DC}"/>
              </a:ext>
            </a:extLst>
          </p:cNvPr>
          <p:cNvCxnSpPr>
            <a:cxnSpLocks/>
          </p:cNvCxnSpPr>
          <p:nvPr/>
        </p:nvCxnSpPr>
        <p:spPr>
          <a:xfrm>
            <a:off x="4703472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3E17E448-92A6-4E1C-B8EF-72EDD8AD30BB}"/>
              </a:ext>
            </a:extLst>
          </p:cNvPr>
          <p:cNvCxnSpPr>
            <a:cxnSpLocks/>
          </p:cNvCxnSpPr>
          <p:nvPr/>
        </p:nvCxnSpPr>
        <p:spPr>
          <a:xfrm flipH="1">
            <a:off x="4821713" y="2529705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FFA96E6-80C2-439A-A5DB-2D9FCC933434}"/>
              </a:ext>
            </a:extLst>
          </p:cNvPr>
          <p:cNvCxnSpPr/>
          <p:nvPr/>
        </p:nvCxnSpPr>
        <p:spPr>
          <a:xfrm>
            <a:off x="5058196" y="2529705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8B73A25D-1EC9-4B6B-B3F5-4B0958F44EED}"/>
              </a:ext>
            </a:extLst>
          </p:cNvPr>
          <p:cNvCxnSpPr>
            <a:cxnSpLocks/>
          </p:cNvCxnSpPr>
          <p:nvPr/>
        </p:nvCxnSpPr>
        <p:spPr>
          <a:xfrm flipH="1">
            <a:off x="5058196" y="2529705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7370EC1-A008-4347-81E0-36B18E6BD7ED}"/>
              </a:ext>
            </a:extLst>
          </p:cNvPr>
          <p:cNvCxnSpPr/>
          <p:nvPr/>
        </p:nvCxnSpPr>
        <p:spPr>
          <a:xfrm>
            <a:off x="5295827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F832C64D-1EB2-4759-87B1-64CFD25112BE}"/>
              </a:ext>
            </a:extLst>
          </p:cNvPr>
          <p:cNvCxnSpPr>
            <a:cxnSpLocks/>
          </p:cNvCxnSpPr>
          <p:nvPr/>
        </p:nvCxnSpPr>
        <p:spPr>
          <a:xfrm flipH="1">
            <a:off x="5295827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0116641-D851-4C93-B564-EB3A84099413}"/>
              </a:ext>
            </a:extLst>
          </p:cNvPr>
          <p:cNvCxnSpPr/>
          <p:nvPr/>
        </p:nvCxnSpPr>
        <p:spPr>
          <a:xfrm>
            <a:off x="5532309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5965428-DB34-43E0-B1E6-92154049AC26}"/>
              </a:ext>
            </a:extLst>
          </p:cNvPr>
          <p:cNvCxnSpPr>
            <a:cxnSpLocks/>
          </p:cNvCxnSpPr>
          <p:nvPr/>
        </p:nvCxnSpPr>
        <p:spPr>
          <a:xfrm flipH="1">
            <a:off x="5532309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9726704-B790-4B76-843D-5DC763BF68AF}"/>
              </a:ext>
            </a:extLst>
          </p:cNvPr>
          <p:cNvCxnSpPr/>
          <p:nvPr/>
        </p:nvCxnSpPr>
        <p:spPr>
          <a:xfrm>
            <a:off x="5768791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66FE913B-1F0B-403D-883E-A7EFA929D5B4}"/>
              </a:ext>
            </a:extLst>
          </p:cNvPr>
          <p:cNvCxnSpPr>
            <a:cxnSpLocks/>
          </p:cNvCxnSpPr>
          <p:nvPr/>
        </p:nvCxnSpPr>
        <p:spPr>
          <a:xfrm flipH="1">
            <a:off x="5768791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A51507D-367C-4829-9186-3BA1759008CD}"/>
              </a:ext>
            </a:extLst>
          </p:cNvPr>
          <p:cNvCxnSpPr/>
          <p:nvPr/>
        </p:nvCxnSpPr>
        <p:spPr>
          <a:xfrm>
            <a:off x="6005273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5FE766CA-4B15-4203-91C7-AE438D1F07FD}"/>
              </a:ext>
            </a:extLst>
          </p:cNvPr>
          <p:cNvCxnSpPr>
            <a:cxnSpLocks/>
          </p:cNvCxnSpPr>
          <p:nvPr/>
        </p:nvCxnSpPr>
        <p:spPr>
          <a:xfrm flipH="1">
            <a:off x="6005273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0BFD1C5-0862-46C1-B505-AA1CB365E8CC}"/>
              </a:ext>
            </a:extLst>
          </p:cNvPr>
          <p:cNvCxnSpPr/>
          <p:nvPr/>
        </p:nvCxnSpPr>
        <p:spPr>
          <a:xfrm>
            <a:off x="6241755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1900D354-C8B9-4DB5-BBBF-422A0EB43E58}"/>
              </a:ext>
            </a:extLst>
          </p:cNvPr>
          <p:cNvCxnSpPr>
            <a:cxnSpLocks/>
          </p:cNvCxnSpPr>
          <p:nvPr/>
        </p:nvCxnSpPr>
        <p:spPr>
          <a:xfrm flipH="1">
            <a:off x="6241755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D7473070-8DA1-4746-9375-FDFBFD251F95}"/>
              </a:ext>
            </a:extLst>
          </p:cNvPr>
          <p:cNvCxnSpPr>
            <a:cxnSpLocks/>
          </p:cNvCxnSpPr>
          <p:nvPr/>
        </p:nvCxnSpPr>
        <p:spPr>
          <a:xfrm>
            <a:off x="6359995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D05097B1-12FF-460B-AD42-7DB18A042A90}"/>
              </a:ext>
            </a:extLst>
          </p:cNvPr>
          <p:cNvCxnSpPr>
            <a:cxnSpLocks/>
          </p:cNvCxnSpPr>
          <p:nvPr/>
        </p:nvCxnSpPr>
        <p:spPr>
          <a:xfrm flipH="1">
            <a:off x="6478236" y="2529703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FC8E569-2A86-4153-9240-5BD92D0064DA}"/>
              </a:ext>
            </a:extLst>
          </p:cNvPr>
          <p:cNvCxnSpPr/>
          <p:nvPr/>
        </p:nvCxnSpPr>
        <p:spPr>
          <a:xfrm>
            <a:off x="6714719" y="2529703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40A0B702-00ED-424B-BEA0-FE69FADA35D8}"/>
              </a:ext>
            </a:extLst>
          </p:cNvPr>
          <p:cNvCxnSpPr>
            <a:cxnSpLocks/>
          </p:cNvCxnSpPr>
          <p:nvPr/>
        </p:nvCxnSpPr>
        <p:spPr>
          <a:xfrm flipH="1">
            <a:off x="6714719" y="2529703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F9195F7-AEEF-4991-BC78-DB002F14BCFB}"/>
              </a:ext>
            </a:extLst>
          </p:cNvPr>
          <p:cNvCxnSpPr/>
          <p:nvPr/>
        </p:nvCxnSpPr>
        <p:spPr>
          <a:xfrm>
            <a:off x="6952350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E86BCE9D-DEEE-4DA6-AB4E-9C77B1A42FF1}"/>
              </a:ext>
            </a:extLst>
          </p:cNvPr>
          <p:cNvCxnSpPr>
            <a:cxnSpLocks/>
          </p:cNvCxnSpPr>
          <p:nvPr/>
        </p:nvCxnSpPr>
        <p:spPr>
          <a:xfrm flipH="1">
            <a:off x="6952350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B36DA11-0C73-43D0-B83F-D45E896F7875}"/>
              </a:ext>
            </a:extLst>
          </p:cNvPr>
          <p:cNvCxnSpPr/>
          <p:nvPr/>
        </p:nvCxnSpPr>
        <p:spPr>
          <a:xfrm>
            <a:off x="7188832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D6F6CD5B-5A8F-4B6D-88AC-E15EC68682CF}"/>
              </a:ext>
            </a:extLst>
          </p:cNvPr>
          <p:cNvCxnSpPr>
            <a:cxnSpLocks/>
          </p:cNvCxnSpPr>
          <p:nvPr/>
        </p:nvCxnSpPr>
        <p:spPr>
          <a:xfrm flipH="1">
            <a:off x="7188832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09D4285-DCDB-472E-8905-9C1F84228A85}"/>
              </a:ext>
            </a:extLst>
          </p:cNvPr>
          <p:cNvCxnSpPr/>
          <p:nvPr/>
        </p:nvCxnSpPr>
        <p:spPr>
          <a:xfrm>
            <a:off x="7425314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B2976A25-5169-4F71-AEF9-51838885AF41}"/>
              </a:ext>
            </a:extLst>
          </p:cNvPr>
          <p:cNvCxnSpPr>
            <a:cxnSpLocks/>
          </p:cNvCxnSpPr>
          <p:nvPr/>
        </p:nvCxnSpPr>
        <p:spPr>
          <a:xfrm flipH="1">
            <a:off x="7425314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D034021-D157-4F68-9BE3-8E5326222625}"/>
              </a:ext>
            </a:extLst>
          </p:cNvPr>
          <p:cNvCxnSpPr/>
          <p:nvPr/>
        </p:nvCxnSpPr>
        <p:spPr>
          <a:xfrm>
            <a:off x="7661796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D3A37862-AD4F-44A8-889D-A5865DC3CB46}"/>
              </a:ext>
            </a:extLst>
          </p:cNvPr>
          <p:cNvCxnSpPr>
            <a:cxnSpLocks/>
          </p:cNvCxnSpPr>
          <p:nvPr/>
        </p:nvCxnSpPr>
        <p:spPr>
          <a:xfrm flipH="1">
            <a:off x="7661796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B2E4A21-8EB9-4B64-BE5B-6DB150FD8B72}"/>
              </a:ext>
            </a:extLst>
          </p:cNvPr>
          <p:cNvCxnSpPr/>
          <p:nvPr/>
        </p:nvCxnSpPr>
        <p:spPr>
          <a:xfrm>
            <a:off x="7898278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92A35B41-2DBE-4043-97F3-4F62B499A1A5}"/>
              </a:ext>
            </a:extLst>
          </p:cNvPr>
          <p:cNvCxnSpPr>
            <a:cxnSpLocks/>
          </p:cNvCxnSpPr>
          <p:nvPr/>
        </p:nvCxnSpPr>
        <p:spPr>
          <a:xfrm flipH="1">
            <a:off x="7898278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2F9BAC6A-DE73-4C4A-8612-92A843C6C816}"/>
              </a:ext>
            </a:extLst>
          </p:cNvPr>
          <p:cNvCxnSpPr>
            <a:cxnSpLocks/>
          </p:cNvCxnSpPr>
          <p:nvPr/>
        </p:nvCxnSpPr>
        <p:spPr>
          <a:xfrm>
            <a:off x="8016517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14DFB63C-23C2-480B-9F20-383451689FFE}"/>
              </a:ext>
            </a:extLst>
          </p:cNvPr>
          <p:cNvCxnSpPr>
            <a:cxnSpLocks/>
          </p:cNvCxnSpPr>
          <p:nvPr/>
        </p:nvCxnSpPr>
        <p:spPr>
          <a:xfrm flipH="1">
            <a:off x="8134758" y="2529703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FDE17C8-FE5D-4926-ABFC-72A233A9E4FD}"/>
              </a:ext>
            </a:extLst>
          </p:cNvPr>
          <p:cNvCxnSpPr/>
          <p:nvPr/>
        </p:nvCxnSpPr>
        <p:spPr>
          <a:xfrm>
            <a:off x="8371241" y="2529703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DEAC37DE-AA56-4661-9CC8-24A2A6E6AC53}"/>
              </a:ext>
            </a:extLst>
          </p:cNvPr>
          <p:cNvCxnSpPr>
            <a:cxnSpLocks/>
          </p:cNvCxnSpPr>
          <p:nvPr/>
        </p:nvCxnSpPr>
        <p:spPr>
          <a:xfrm flipH="1">
            <a:off x="8371241" y="2529703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2FD659F-55F2-47F6-A613-9407AD365FCC}"/>
              </a:ext>
            </a:extLst>
          </p:cNvPr>
          <p:cNvCxnSpPr/>
          <p:nvPr/>
        </p:nvCxnSpPr>
        <p:spPr>
          <a:xfrm>
            <a:off x="8608872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745821A8-E56F-488A-9B44-109ABFB6A835}"/>
              </a:ext>
            </a:extLst>
          </p:cNvPr>
          <p:cNvCxnSpPr>
            <a:cxnSpLocks/>
          </p:cNvCxnSpPr>
          <p:nvPr/>
        </p:nvCxnSpPr>
        <p:spPr>
          <a:xfrm flipH="1">
            <a:off x="8608872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B04B464-0CA6-424E-A1F9-5ADA2698CC2B}"/>
              </a:ext>
            </a:extLst>
          </p:cNvPr>
          <p:cNvCxnSpPr/>
          <p:nvPr/>
        </p:nvCxnSpPr>
        <p:spPr>
          <a:xfrm>
            <a:off x="8845354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2FCD9657-618A-4129-86E9-927496AE84FF}"/>
              </a:ext>
            </a:extLst>
          </p:cNvPr>
          <p:cNvCxnSpPr>
            <a:cxnSpLocks/>
          </p:cNvCxnSpPr>
          <p:nvPr/>
        </p:nvCxnSpPr>
        <p:spPr>
          <a:xfrm flipH="1">
            <a:off x="8845354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7EB36D5-5D78-4EA5-8B65-179FBC144E57}"/>
              </a:ext>
            </a:extLst>
          </p:cNvPr>
          <p:cNvCxnSpPr/>
          <p:nvPr/>
        </p:nvCxnSpPr>
        <p:spPr>
          <a:xfrm>
            <a:off x="9081836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266182D3-5536-41DC-A369-AA8B79C92D79}"/>
              </a:ext>
            </a:extLst>
          </p:cNvPr>
          <p:cNvCxnSpPr>
            <a:cxnSpLocks/>
          </p:cNvCxnSpPr>
          <p:nvPr/>
        </p:nvCxnSpPr>
        <p:spPr>
          <a:xfrm flipH="1">
            <a:off x="9081836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2C0B95A-E195-418A-A11D-BE38B61FD324}"/>
              </a:ext>
            </a:extLst>
          </p:cNvPr>
          <p:cNvCxnSpPr/>
          <p:nvPr/>
        </p:nvCxnSpPr>
        <p:spPr>
          <a:xfrm>
            <a:off x="9318318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8CF3AFAA-9025-4C26-B68C-B514E60627D4}"/>
              </a:ext>
            </a:extLst>
          </p:cNvPr>
          <p:cNvCxnSpPr>
            <a:cxnSpLocks/>
          </p:cNvCxnSpPr>
          <p:nvPr/>
        </p:nvCxnSpPr>
        <p:spPr>
          <a:xfrm flipH="1">
            <a:off x="9318318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D24A962-7AF8-428A-AB52-3F81B111AB6A}"/>
              </a:ext>
            </a:extLst>
          </p:cNvPr>
          <p:cNvCxnSpPr/>
          <p:nvPr/>
        </p:nvCxnSpPr>
        <p:spPr>
          <a:xfrm>
            <a:off x="9554800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DCDBD51-17C2-41C6-A077-75165157BB42}"/>
              </a:ext>
            </a:extLst>
          </p:cNvPr>
          <p:cNvCxnSpPr>
            <a:cxnSpLocks/>
          </p:cNvCxnSpPr>
          <p:nvPr/>
        </p:nvCxnSpPr>
        <p:spPr>
          <a:xfrm flipH="1">
            <a:off x="9554800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FF8CE2E4-9C54-4645-B0C2-961C18D40819}"/>
              </a:ext>
            </a:extLst>
          </p:cNvPr>
          <p:cNvCxnSpPr>
            <a:cxnSpLocks/>
          </p:cNvCxnSpPr>
          <p:nvPr/>
        </p:nvCxnSpPr>
        <p:spPr>
          <a:xfrm>
            <a:off x="9672717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D501140A-B8EF-4022-9DDB-99E7B0339FD5}"/>
              </a:ext>
            </a:extLst>
          </p:cNvPr>
          <p:cNvCxnSpPr>
            <a:cxnSpLocks/>
          </p:cNvCxnSpPr>
          <p:nvPr/>
        </p:nvCxnSpPr>
        <p:spPr>
          <a:xfrm flipH="1">
            <a:off x="9790958" y="2529703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996C3F2-2E04-4BA3-835E-18563615C209}"/>
              </a:ext>
            </a:extLst>
          </p:cNvPr>
          <p:cNvCxnSpPr/>
          <p:nvPr/>
        </p:nvCxnSpPr>
        <p:spPr>
          <a:xfrm>
            <a:off x="10027441" y="2529703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17534F57-BCA1-4B68-875F-7CDEDD0DA49F}"/>
              </a:ext>
            </a:extLst>
          </p:cNvPr>
          <p:cNvCxnSpPr>
            <a:cxnSpLocks/>
          </p:cNvCxnSpPr>
          <p:nvPr/>
        </p:nvCxnSpPr>
        <p:spPr>
          <a:xfrm flipH="1">
            <a:off x="10027441" y="2529703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5E3E626-6513-4D2D-AD7D-4EED5A8696B2}"/>
              </a:ext>
            </a:extLst>
          </p:cNvPr>
          <p:cNvCxnSpPr/>
          <p:nvPr/>
        </p:nvCxnSpPr>
        <p:spPr>
          <a:xfrm>
            <a:off x="10265072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36AC2D82-3978-47F0-9F45-5DB979B05F51}"/>
              </a:ext>
            </a:extLst>
          </p:cNvPr>
          <p:cNvCxnSpPr>
            <a:cxnSpLocks/>
          </p:cNvCxnSpPr>
          <p:nvPr/>
        </p:nvCxnSpPr>
        <p:spPr>
          <a:xfrm flipH="1">
            <a:off x="10265072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CB7B00A-8FB6-41D8-9C11-00ECE51EBD5F}"/>
              </a:ext>
            </a:extLst>
          </p:cNvPr>
          <p:cNvCxnSpPr/>
          <p:nvPr/>
        </p:nvCxnSpPr>
        <p:spPr>
          <a:xfrm>
            <a:off x="10501554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1403B46B-B880-48C2-B224-C02305B797E6}"/>
              </a:ext>
            </a:extLst>
          </p:cNvPr>
          <p:cNvCxnSpPr>
            <a:cxnSpLocks/>
          </p:cNvCxnSpPr>
          <p:nvPr/>
        </p:nvCxnSpPr>
        <p:spPr>
          <a:xfrm flipH="1">
            <a:off x="10501554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AD2A01D-79DF-4E54-A425-3E4460A00D34}"/>
              </a:ext>
            </a:extLst>
          </p:cNvPr>
          <p:cNvCxnSpPr/>
          <p:nvPr/>
        </p:nvCxnSpPr>
        <p:spPr>
          <a:xfrm>
            <a:off x="10738036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DB0A837E-070F-4066-89EB-4464F4FFB3E8}"/>
              </a:ext>
            </a:extLst>
          </p:cNvPr>
          <p:cNvCxnSpPr>
            <a:cxnSpLocks/>
          </p:cNvCxnSpPr>
          <p:nvPr/>
        </p:nvCxnSpPr>
        <p:spPr>
          <a:xfrm flipH="1">
            <a:off x="10738036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2099949-CD97-487E-9718-C239C3FE3C75}"/>
              </a:ext>
            </a:extLst>
          </p:cNvPr>
          <p:cNvCxnSpPr/>
          <p:nvPr/>
        </p:nvCxnSpPr>
        <p:spPr>
          <a:xfrm>
            <a:off x="10974518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FA4C2A2F-1B90-41EC-9780-02D6CA3B134C}"/>
              </a:ext>
            </a:extLst>
          </p:cNvPr>
          <p:cNvCxnSpPr>
            <a:cxnSpLocks/>
          </p:cNvCxnSpPr>
          <p:nvPr/>
        </p:nvCxnSpPr>
        <p:spPr>
          <a:xfrm flipH="1">
            <a:off x="10974518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4E16673-82A7-4EE0-898B-7B3E2DB83D5C}"/>
              </a:ext>
            </a:extLst>
          </p:cNvPr>
          <p:cNvCxnSpPr/>
          <p:nvPr/>
        </p:nvCxnSpPr>
        <p:spPr>
          <a:xfrm>
            <a:off x="11211000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289DB0F0-5188-43F5-B53F-9455101224BF}"/>
              </a:ext>
            </a:extLst>
          </p:cNvPr>
          <p:cNvCxnSpPr>
            <a:cxnSpLocks/>
          </p:cNvCxnSpPr>
          <p:nvPr/>
        </p:nvCxnSpPr>
        <p:spPr>
          <a:xfrm flipH="1">
            <a:off x="11211000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D3BF24E-522E-4A03-9F81-B9B5B3984611}"/>
              </a:ext>
            </a:extLst>
          </p:cNvPr>
          <p:cNvCxnSpPr/>
          <p:nvPr/>
        </p:nvCxnSpPr>
        <p:spPr>
          <a:xfrm>
            <a:off x="1626082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C63BAC2-D032-4DDF-8D86-AFB1878B9CAA}"/>
              </a:ext>
            </a:extLst>
          </p:cNvPr>
          <p:cNvCxnSpPr/>
          <p:nvPr/>
        </p:nvCxnSpPr>
        <p:spPr>
          <a:xfrm>
            <a:off x="2569057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4AC56A2-440A-4A24-81E0-C4E8A6C6B6EC}"/>
              </a:ext>
            </a:extLst>
          </p:cNvPr>
          <p:cNvCxnSpPr/>
          <p:nvPr/>
        </p:nvCxnSpPr>
        <p:spPr>
          <a:xfrm>
            <a:off x="1626082" y="3008254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19ACD53-FFFC-45D5-A70B-02939FAC2CF5}"/>
              </a:ext>
            </a:extLst>
          </p:cNvPr>
          <p:cNvCxnSpPr/>
          <p:nvPr/>
        </p:nvCxnSpPr>
        <p:spPr>
          <a:xfrm>
            <a:off x="2575461" y="3228971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4C5E021-1557-48E4-981A-8A6A15B1A370}"/>
              </a:ext>
            </a:extLst>
          </p:cNvPr>
          <p:cNvCxnSpPr/>
          <p:nvPr/>
        </p:nvCxnSpPr>
        <p:spPr>
          <a:xfrm>
            <a:off x="3519088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2DFBC48-35EB-4179-813A-712277D1C2F3}"/>
              </a:ext>
            </a:extLst>
          </p:cNvPr>
          <p:cNvCxnSpPr/>
          <p:nvPr/>
        </p:nvCxnSpPr>
        <p:spPr>
          <a:xfrm>
            <a:off x="4462063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001D07C-851C-4CDC-8416-CFCFEFD1F65B}"/>
              </a:ext>
            </a:extLst>
          </p:cNvPr>
          <p:cNvCxnSpPr/>
          <p:nvPr/>
        </p:nvCxnSpPr>
        <p:spPr>
          <a:xfrm>
            <a:off x="3519088" y="3008254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7F08BCD-62F9-4A3F-A55E-E7A785738FE9}"/>
              </a:ext>
            </a:extLst>
          </p:cNvPr>
          <p:cNvCxnSpPr/>
          <p:nvPr/>
        </p:nvCxnSpPr>
        <p:spPr>
          <a:xfrm>
            <a:off x="4468467" y="3228971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28A6911-E6DE-492A-BACF-860FD1F8CF97}"/>
              </a:ext>
            </a:extLst>
          </p:cNvPr>
          <p:cNvCxnSpPr/>
          <p:nvPr/>
        </p:nvCxnSpPr>
        <p:spPr>
          <a:xfrm>
            <a:off x="5406839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E7748D86-C1EF-46C7-AD25-EAB69AE65B72}"/>
              </a:ext>
            </a:extLst>
          </p:cNvPr>
          <p:cNvCxnSpPr/>
          <p:nvPr/>
        </p:nvCxnSpPr>
        <p:spPr>
          <a:xfrm>
            <a:off x="6349814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4BB09A77-317B-476A-8FD7-CF90D71BA25F}"/>
              </a:ext>
            </a:extLst>
          </p:cNvPr>
          <p:cNvCxnSpPr/>
          <p:nvPr/>
        </p:nvCxnSpPr>
        <p:spPr>
          <a:xfrm>
            <a:off x="5406839" y="3008254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3CBA68A-E66D-45A8-93A7-532FF63EB2FA}"/>
              </a:ext>
            </a:extLst>
          </p:cNvPr>
          <p:cNvCxnSpPr/>
          <p:nvPr/>
        </p:nvCxnSpPr>
        <p:spPr>
          <a:xfrm>
            <a:off x="6356218" y="3228971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39CB0CD7-9839-4AC4-B79C-8571841EB7C4}"/>
              </a:ext>
            </a:extLst>
          </p:cNvPr>
          <p:cNvCxnSpPr/>
          <p:nvPr/>
        </p:nvCxnSpPr>
        <p:spPr>
          <a:xfrm>
            <a:off x="8246596" y="301186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8A32393-A50E-4E3C-8F49-D7940686BFC7}"/>
              </a:ext>
            </a:extLst>
          </p:cNvPr>
          <p:cNvCxnSpPr/>
          <p:nvPr/>
        </p:nvCxnSpPr>
        <p:spPr>
          <a:xfrm>
            <a:off x="7303621" y="3011864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B9802AA-45DA-47EE-828D-66AB5DAB63C6}"/>
              </a:ext>
            </a:extLst>
          </p:cNvPr>
          <p:cNvCxnSpPr/>
          <p:nvPr/>
        </p:nvCxnSpPr>
        <p:spPr>
          <a:xfrm>
            <a:off x="8253000" y="3232581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9CE16B0-664B-428D-8AA3-D1FE373FC9BC}"/>
              </a:ext>
            </a:extLst>
          </p:cNvPr>
          <p:cNvCxnSpPr/>
          <p:nvPr/>
        </p:nvCxnSpPr>
        <p:spPr>
          <a:xfrm>
            <a:off x="7309036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1AC5CC0-9B2B-4F1A-BDC8-5B7A36610066}"/>
              </a:ext>
            </a:extLst>
          </p:cNvPr>
          <p:cNvCxnSpPr/>
          <p:nvPr/>
        </p:nvCxnSpPr>
        <p:spPr>
          <a:xfrm>
            <a:off x="10123021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616E1797-1B3D-461C-82F4-98F23718537F}"/>
              </a:ext>
            </a:extLst>
          </p:cNvPr>
          <p:cNvCxnSpPr/>
          <p:nvPr/>
        </p:nvCxnSpPr>
        <p:spPr>
          <a:xfrm>
            <a:off x="9180046" y="3008254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B235818C-2E2D-46AB-971A-1E2A829E9B1D}"/>
              </a:ext>
            </a:extLst>
          </p:cNvPr>
          <p:cNvCxnSpPr/>
          <p:nvPr/>
        </p:nvCxnSpPr>
        <p:spPr>
          <a:xfrm>
            <a:off x="10129425" y="3228971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062AB47-5C82-4662-B2E3-75241C2C00ED}"/>
              </a:ext>
            </a:extLst>
          </p:cNvPr>
          <p:cNvCxnSpPr/>
          <p:nvPr/>
        </p:nvCxnSpPr>
        <p:spPr>
          <a:xfrm>
            <a:off x="9185461" y="300464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491821C-3302-4709-B347-A881B8FE1AC9}"/>
              </a:ext>
            </a:extLst>
          </p:cNvPr>
          <p:cNvCxnSpPr>
            <a:cxnSpLocks/>
          </p:cNvCxnSpPr>
          <p:nvPr/>
        </p:nvCxnSpPr>
        <p:spPr>
          <a:xfrm>
            <a:off x="1217163" y="3225361"/>
            <a:ext cx="4089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7819932D-437A-46CE-B9B5-908392809156}"/>
              </a:ext>
            </a:extLst>
          </p:cNvPr>
          <p:cNvCxnSpPr/>
          <p:nvPr/>
        </p:nvCxnSpPr>
        <p:spPr>
          <a:xfrm>
            <a:off x="1627068" y="3479741"/>
            <a:ext cx="0" cy="22071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119F3EA-1A21-45A6-A148-427B5AF5FC7E}"/>
              </a:ext>
            </a:extLst>
          </p:cNvPr>
          <p:cNvCxnSpPr>
            <a:cxnSpLocks/>
          </p:cNvCxnSpPr>
          <p:nvPr/>
        </p:nvCxnSpPr>
        <p:spPr>
          <a:xfrm>
            <a:off x="1632486" y="3479741"/>
            <a:ext cx="71174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9E6ECB2-8B27-47ED-946C-692DC627C307}"/>
              </a:ext>
            </a:extLst>
          </p:cNvPr>
          <p:cNvCxnSpPr/>
          <p:nvPr/>
        </p:nvCxnSpPr>
        <p:spPr>
          <a:xfrm>
            <a:off x="2345220" y="3479741"/>
            <a:ext cx="0" cy="22071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B0F0E6F-50F3-4E62-AC28-DD830E30847D}"/>
              </a:ext>
            </a:extLst>
          </p:cNvPr>
          <p:cNvCxnSpPr>
            <a:cxnSpLocks/>
          </p:cNvCxnSpPr>
          <p:nvPr/>
        </p:nvCxnSpPr>
        <p:spPr>
          <a:xfrm>
            <a:off x="2344234" y="3700458"/>
            <a:ext cx="71174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5F4354B-C0F3-4927-9549-88A639E3ED42}"/>
              </a:ext>
            </a:extLst>
          </p:cNvPr>
          <p:cNvCxnSpPr>
            <a:cxnSpLocks/>
          </p:cNvCxnSpPr>
          <p:nvPr/>
        </p:nvCxnSpPr>
        <p:spPr>
          <a:xfrm>
            <a:off x="1217163" y="3700458"/>
            <a:ext cx="40891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029F034-8358-43C9-8B6D-C32719D1E2E2}"/>
              </a:ext>
            </a:extLst>
          </p:cNvPr>
          <p:cNvGrpSpPr/>
          <p:nvPr/>
        </p:nvGrpSpPr>
        <p:grpSpPr>
          <a:xfrm>
            <a:off x="3063038" y="3479739"/>
            <a:ext cx="1428914" cy="220717"/>
            <a:chOff x="1240222" y="2171204"/>
            <a:chExt cx="1428914" cy="220717"/>
          </a:xfrm>
        </p:grpSpPr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BC317EC8-3853-479F-94A0-E92E84C70F6F}"/>
                </a:ext>
              </a:extLst>
            </p:cNvPr>
            <p:cNvCxnSpPr/>
            <p:nvPr/>
          </p:nvCxnSpPr>
          <p:spPr>
            <a:xfrm>
              <a:off x="1240222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BA16D1AB-E254-4AFE-B32C-1F5DEAED4DA5}"/>
                </a:ext>
              </a:extLst>
            </p:cNvPr>
            <p:cNvCxnSpPr>
              <a:cxnSpLocks/>
            </p:cNvCxnSpPr>
            <p:nvPr/>
          </p:nvCxnSpPr>
          <p:spPr>
            <a:xfrm>
              <a:off x="1245640" y="2171204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35DC9CF4-5F84-449F-AD07-19FE89F9C9EF}"/>
                </a:ext>
              </a:extLst>
            </p:cNvPr>
            <p:cNvCxnSpPr/>
            <p:nvPr/>
          </p:nvCxnSpPr>
          <p:spPr>
            <a:xfrm>
              <a:off x="1958374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86558D2B-9AC4-4FEF-A5F5-9856332F61DA}"/>
                </a:ext>
              </a:extLst>
            </p:cNvPr>
            <p:cNvCxnSpPr>
              <a:cxnSpLocks/>
            </p:cNvCxnSpPr>
            <p:nvPr/>
          </p:nvCxnSpPr>
          <p:spPr>
            <a:xfrm>
              <a:off x="1957388" y="2391921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64B84E2-D66D-4BBB-9E31-F2732E3F0EE2}"/>
              </a:ext>
            </a:extLst>
          </p:cNvPr>
          <p:cNvGrpSpPr/>
          <p:nvPr/>
        </p:nvGrpSpPr>
        <p:grpSpPr>
          <a:xfrm>
            <a:off x="4490965" y="3479739"/>
            <a:ext cx="1428914" cy="220717"/>
            <a:chOff x="1240222" y="2171204"/>
            <a:chExt cx="1428914" cy="220717"/>
          </a:xfrm>
        </p:grpSpPr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1C43EE95-D863-4B67-9A48-B0C493517BB8}"/>
                </a:ext>
              </a:extLst>
            </p:cNvPr>
            <p:cNvCxnSpPr/>
            <p:nvPr/>
          </p:nvCxnSpPr>
          <p:spPr>
            <a:xfrm>
              <a:off x="1240222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D19ACBC8-E00E-4E4B-B1B6-A149F5E9B7C7}"/>
                </a:ext>
              </a:extLst>
            </p:cNvPr>
            <p:cNvCxnSpPr>
              <a:cxnSpLocks/>
            </p:cNvCxnSpPr>
            <p:nvPr/>
          </p:nvCxnSpPr>
          <p:spPr>
            <a:xfrm>
              <a:off x="1245640" y="2171204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01F87C8F-9132-46D3-BEDF-9E5A53146343}"/>
                </a:ext>
              </a:extLst>
            </p:cNvPr>
            <p:cNvCxnSpPr/>
            <p:nvPr/>
          </p:nvCxnSpPr>
          <p:spPr>
            <a:xfrm>
              <a:off x="1958374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8BC12C15-02FA-4794-B61D-2B4A3BE21284}"/>
                </a:ext>
              </a:extLst>
            </p:cNvPr>
            <p:cNvCxnSpPr>
              <a:cxnSpLocks/>
            </p:cNvCxnSpPr>
            <p:nvPr/>
          </p:nvCxnSpPr>
          <p:spPr>
            <a:xfrm>
              <a:off x="1957388" y="2391921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DB9C718-3146-4BD3-8A88-1AF0E86023BC}"/>
              </a:ext>
            </a:extLst>
          </p:cNvPr>
          <p:cNvGrpSpPr/>
          <p:nvPr/>
        </p:nvGrpSpPr>
        <p:grpSpPr>
          <a:xfrm>
            <a:off x="5890884" y="3494024"/>
            <a:ext cx="1428914" cy="220717"/>
            <a:chOff x="1240222" y="2171204"/>
            <a:chExt cx="1428914" cy="220717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79DAFCF-7B8A-4813-B0B1-C401F5A1715D}"/>
                </a:ext>
              </a:extLst>
            </p:cNvPr>
            <p:cNvCxnSpPr/>
            <p:nvPr/>
          </p:nvCxnSpPr>
          <p:spPr>
            <a:xfrm>
              <a:off x="1240222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DFF8D0B-1601-429B-BE3C-6C96BE2E6B69}"/>
                </a:ext>
              </a:extLst>
            </p:cNvPr>
            <p:cNvCxnSpPr>
              <a:cxnSpLocks/>
            </p:cNvCxnSpPr>
            <p:nvPr/>
          </p:nvCxnSpPr>
          <p:spPr>
            <a:xfrm>
              <a:off x="1245640" y="2171204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7D6B1271-8738-467F-9E11-5B298FDD420C}"/>
                </a:ext>
              </a:extLst>
            </p:cNvPr>
            <p:cNvCxnSpPr/>
            <p:nvPr/>
          </p:nvCxnSpPr>
          <p:spPr>
            <a:xfrm>
              <a:off x="1958374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76F71174-60BF-4B59-9FEC-9253CA8D417C}"/>
                </a:ext>
              </a:extLst>
            </p:cNvPr>
            <p:cNvCxnSpPr>
              <a:cxnSpLocks/>
            </p:cNvCxnSpPr>
            <p:nvPr/>
          </p:nvCxnSpPr>
          <p:spPr>
            <a:xfrm>
              <a:off x="1957388" y="2391921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738E09C-29A9-4A4E-A397-CFDE7BA6E4D5}"/>
              </a:ext>
            </a:extLst>
          </p:cNvPr>
          <p:cNvGrpSpPr/>
          <p:nvPr/>
        </p:nvGrpSpPr>
        <p:grpSpPr>
          <a:xfrm>
            <a:off x="7329563" y="3498286"/>
            <a:ext cx="1428914" cy="220717"/>
            <a:chOff x="1240222" y="2171204"/>
            <a:chExt cx="1428914" cy="220717"/>
          </a:xfrm>
        </p:grpSpPr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795C4C0-1EEB-4A3C-9DFB-522A40FBD571}"/>
                </a:ext>
              </a:extLst>
            </p:cNvPr>
            <p:cNvCxnSpPr/>
            <p:nvPr/>
          </p:nvCxnSpPr>
          <p:spPr>
            <a:xfrm>
              <a:off x="1240222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739FD2F9-B62B-456D-A88E-5EDBDED1112F}"/>
                </a:ext>
              </a:extLst>
            </p:cNvPr>
            <p:cNvCxnSpPr>
              <a:cxnSpLocks/>
            </p:cNvCxnSpPr>
            <p:nvPr/>
          </p:nvCxnSpPr>
          <p:spPr>
            <a:xfrm>
              <a:off x="1245640" y="2171204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2F6B1D76-04FA-4D0B-A1F1-1D17D87A016C}"/>
                </a:ext>
              </a:extLst>
            </p:cNvPr>
            <p:cNvCxnSpPr/>
            <p:nvPr/>
          </p:nvCxnSpPr>
          <p:spPr>
            <a:xfrm>
              <a:off x="1958374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F31BEE5-F3B1-43A1-9599-F201B4B44214}"/>
                </a:ext>
              </a:extLst>
            </p:cNvPr>
            <p:cNvCxnSpPr>
              <a:cxnSpLocks/>
            </p:cNvCxnSpPr>
            <p:nvPr/>
          </p:nvCxnSpPr>
          <p:spPr>
            <a:xfrm>
              <a:off x="1957388" y="2391921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B4753C6-6602-4D2C-B55A-E57F35F3EC4A}"/>
              </a:ext>
            </a:extLst>
          </p:cNvPr>
          <p:cNvGrpSpPr/>
          <p:nvPr/>
        </p:nvGrpSpPr>
        <p:grpSpPr>
          <a:xfrm>
            <a:off x="8757084" y="3494024"/>
            <a:ext cx="1428914" cy="220717"/>
            <a:chOff x="1240222" y="2171204"/>
            <a:chExt cx="1428914" cy="220717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F23944F3-CCCB-4AFB-A199-BFD63F352F89}"/>
                </a:ext>
              </a:extLst>
            </p:cNvPr>
            <p:cNvCxnSpPr/>
            <p:nvPr/>
          </p:nvCxnSpPr>
          <p:spPr>
            <a:xfrm>
              <a:off x="1240222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022D857-695D-45AE-8FBB-A160B8B0071C}"/>
                </a:ext>
              </a:extLst>
            </p:cNvPr>
            <p:cNvCxnSpPr>
              <a:cxnSpLocks/>
            </p:cNvCxnSpPr>
            <p:nvPr/>
          </p:nvCxnSpPr>
          <p:spPr>
            <a:xfrm>
              <a:off x="1245640" y="2171204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CB31D0E-C1DF-455C-AB5D-8F654234962C}"/>
                </a:ext>
              </a:extLst>
            </p:cNvPr>
            <p:cNvCxnSpPr/>
            <p:nvPr/>
          </p:nvCxnSpPr>
          <p:spPr>
            <a:xfrm>
              <a:off x="1958374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586E1B56-0952-4494-ADF3-0C5D782C7C20}"/>
                </a:ext>
              </a:extLst>
            </p:cNvPr>
            <p:cNvCxnSpPr>
              <a:cxnSpLocks/>
            </p:cNvCxnSpPr>
            <p:nvPr/>
          </p:nvCxnSpPr>
          <p:spPr>
            <a:xfrm>
              <a:off x="1957388" y="2391921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A5A67367-D2C5-4A2B-BDDE-6A2FF215B21D}"/>
              </a:ext>
            </a:extLst>
          </p:cNvPr>
          <p:cNvSpPr txBox="1"/>
          <p:nvPr/>
        </p:nvSpPr>
        <p:spPr>
          <a:xfrm>
            <a:off x="704193" y="2529702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318 MHz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F0AAC8C-7A8A-43E0-A236-71ECD13DBA74}"/>
              </a:ext>
            </a:extLst>
          </p:cNvPr>
          <p:cNvSpPr txBox="1"/>
          <p:nvPr/>
        </p:nvSpPr>
        <p:spPr>
          <a:xfrm>
            <a:off x="803516" y="3437738"/>
            <a:ext cx="665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53 MHz</a:t>
            </a: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C0B3D1FF-3417-417D-BCDA-4306A85C8E63}"/>
              </a:ext>
            </a:extLst>
          </p:cNvPr>
          <p:cNvCxnSpPr/>
          <p:nvPr/>
        </p:nvCxnSpPr>
        <p:spPr>
          <a:xfrm>
            <a:off x="1637248" y="400361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D945E6C-7354-49FF-883D-197EB1BF304C}"/>
              </a:ext>
            </a:extLst>
          </p:cNvPr>
          <p:cNvCxnSpPr>
            <a:cxnSpLocks/>
          </p:cNvCxnSpPr>
          <p:nvPr/>
        </p:nvCxnSpPr>
        <p:spPr>
          <a:xfrm>
            <a:off x="1632486" y="4003616"/>
            <a:ext cx="1430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04F0A4B6-FEDD-4587-9C24-F7F6B42FEB8C}"/>
              </a:ext>
            </a:extLst>
          </p:cNvPr>
          <p:cNvCxnSpPr/>
          <p:nvPr/>
        </p:nvCxnSpPr>
        <p:spPr>
          <a:xfrm>
            <a:off x="3068134" y="400361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E42419B-4A36-446F-95B0-5A9EEB6B34D7}"/>
              </a:ext>
            </a:extLst>
          </p:cNvPr>
          <p:cNvCxnSpPr>
            <a:cxnSpLocks/>
          </p:cNvCxnSpPr>
          <p:nvPr/>
        </p:nvCxnSpPr>
        <p:spPr>
          <a:xfrm>
            <a:off x="3060413" y="4224333"/>
            <a:ext cx="1430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E35394E2-56C0-406F-92F6-C29612A7BB01}"/>
              </a:ext>
            </a:extLst>
          </p:cNvPr>
          <p:cNvCxnSpPr>
            <a:cxnSpLocks/>
          </p:cNvCxnSpPr>
          <p:nvPr/>
        </p:nvCxnSpPr>
        <p:spPr>
          <a:xfrm>
            <a:off x="4492855" y="4003616"/>
            <a:ext cx="1430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99971936-A2CB-4856-BCCC-CF3FEB13CEF2}"/>
              </a:ext>
            </a:extLst>
          </p:cNvPr>
          <p:cNvCxnSpPr/>
          <p:nvPr/>
        </p:nvCxnSpPr>
        <p:spPr>
          <a:xfrm>
            <a:off x="5928503" y="400361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3A403D39-3CBC-41C0-9477-764CC7EB611F}"/>
              </a:ext>
            </a:extLst>
          </p:cNvPr>
          <p:cNvCxnSpPr>
            <a:cxnSpLocks/>
          </p:cNvCxnSpPr>
          <p:nvPr/>
        </p:nvCxnSpPr>
        <p:spPr>
          <a:xfrm>
            <a:off x="4503117" y="400361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77B19209-44E8-4455-81C0-098E264BB289}"/>
              </a:ext>
            </a:extLst>
          </p:cNvPr>
          <p:cNvCxnSpPr>
            <a:cxnSpLocks/>
          </p:cNvCxnSpPr>
          <p:nvPr/>
        </p:nvCxnSpPr>
        <p:spPr>
          <a:xfrm>
            <a:off x="5928503" y="4224333"/>
            <a:ext cx="1430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BEFCEC9E-9A68-4209-9807-5906153C5081}"/>
              </a:ext>
            </a:extLst>
          </p:cNvPr>
          <p:cNvCxnSpPr>
            <a:cxnSpLocks/>
          </p:cNvCxnSpPr>
          <p:nvPr/>
        </p:nvCxnSpPr>
        <p:spPr>
          <a:xfrm>
            <a:off x="7365273" y="4003616"/>
            <a:ext cx="1430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103B122C-7D9B-4D9E-9BE4-B2FF441900AF}"/>
              </a:ext>
            </a:extLst>
          </p:cNvPr>
          <p:cNvCxnSpPr/>
          <p:nvPr/>
        </p:nvCxnSpPr>
        <p:spPr>
          <a:xfrm>
            <a:off x="7359055" y="400361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687EE843-0836-49FE-87ED-792D688A19FF}"/>
              </a:ext>
            </a:extLst>
          </p:cNvPr>
          <p:cNvCxnSpPr>
            <a:cxnSpLocks/>
          </p:cNvCxnSpPr>
          <p:nvPr/>
        </p:nvCxnSpPr>
        <p:spPr>
          <a:xfrm>
            <a:off x="1632486" y="4586283"/>
            <a:ext cx="28706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0809F7C1-1C5F-42F6-8E78-026A0ECD507B}"/>
              </a:ext>
            </a:extLst>
          </p:cNvPr>
          <p:cNvCxnSpPr>
            <a:cxnSpLocks/>
          </p:cNvCxnSpPr>
          <p:nvPr/>
        </p:nvCxnSpPr>
        <p:spPr>
          <a:xfrm>
            <a:off x="4492436" y="4586283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48EE8704-A2F8-4E92-8D52-D41FFA8C176C}"/>
              </a:ext>
            </a:extLst>
          </p:cNvPr>
          <p:cNvCxnSpPr>
            <a:cxnSpLocks/>
          </p:cNvCxnSpPr>
          <p:nvPr/>
        </p:nvCxnSpPr>
        <p:spPr>
          <a:xfrm>
            <a:off x="4484563" y="4808146"/>
            <a:ext cx="28706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658BF888-6BA1-48FD-AF00-8C46F4CFCDA5}"/>
              </a:ext>
            </a:extLst>
          </p:cNvPr>
          <p:cNvCxnSpPr>
            <a:cxnSpLocks/>
          </p:cNvCxnSpPr>
          <p:nvPr/>
        </p:nvCxnSpPr>
        <p:spPr>
          <a:xfrm>
            <a:off x="7355194" y="4586283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EC920DEF-8E31-48C9-8A19-3A3494066FC2}"/>
              </a:ext>
            </a:extLst>
          </p:cNvPr>
          <p:cNvCxnSpPr>
            <a:cxnSpLocks/>
          </p:cNvCxnSpPr>
          <p:nvPr/>
        </p:nvCxnSpPr>
        <p:spPr>
          <a:xfrm>
            <a:off x="7353251" y="4585787"/>
            <a:ext cx="27761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E3ED3B9C-1ABF-4266-9501-5F9FD33406EF}"/>
              </a:ext>
            </a:extLst>
          </p:cNvPr>
          <p:cNvCxnSpPr>
            <a:cxnSpLocks/>
          </p:cNvCxnSpPr>
          <p:nvPr/>
        </p:nvCxnSpPr>
        <p:spPr>
          <a:xfrm>
            <a:off x="918111" y="4224333"/>
            <a:ext cx="7079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3050EE-85DA-4371-AEA8-2270299008B5}"/>
              </a:ext>
            </a:extLst>
          </p:cNvPr>
          <p:cNvCxnSpPr>
            <a:cxnSpLocks/>
          </p:cNvCxnSpPr>
          <p:nvPr/>
        </p:nvCxnSpPr>
        <p:spPr>
          <a:xfrm>
            <a:off x="870056" y="4806504"/>
            <a:ext cx="7560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C6A66A40-0173-4C49-86F2-6C104ADA4FA1}"/>
              </a:ext>
            </a:extLst>
          </p:cNvPr>
          <p:cNvCxnSpPr>
            <a:cxnSpLocks/>
          </p:cNvCxnSpPr>
          <p:nvPr/>
        </p:nvCxnSpPr>
        <p:spPr>
          <a:xfrm>
            <a:off x="1632486" y="45857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9B902506-F381-4B76-BB33-F64FDDAEE2E6}"/>
              </a:ext>
            </a:extLst>
          </p:cNvPr>
          <p:cNvCxnSpPr/>
          <p:nvPr/>
        </p:nvCxnSpPr>
        <p:spPr>
          <a:xfrm>
            <a:off x="8795825" y="400361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BB541BC-BD98-4FF9-82BE-4A16FC6D28A3}"/>
              </a:ext>
            </a:extLst>
          </p:cNvPr>
          <p:cNvCxnSpPr>
            <a:cxnSpLocks/>
          </p:cNvCxnSpPr>
          <p:nvPr/>
        </p:nvCxnSpPr>
        <p:spPr>
          <a:xfrm>
            <a:off x="8795825" y="4224333"/>
            <a:ext cx="1430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Oval 159">
            <a:extLst>
              <a:ext uri="{FF2B5EF4-FFF2-40B4-BE49-F238E27FC236}">
                <a16:creationId xmlns:a16="http://schemas.microsoft.com/office/drawing/2014/main" id="{DDC04C07-5210-416E-B818-B9A0BACE6483}"/>
              </a:ext>
            </a:extLst>
          </p:cNvPr>
          <p:cNvSpPr/>
          <p:nvPr/>
        </p:nvSpPr>
        <p:spPr>
          <a:xfrm>
            <a:off x="1660745" y="3523963"/>
            <a:ext cx="130629" cy="130629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EE39242B-F93A-454C-80A3-B97ACAD993FB}"/>
              </a:ext>
            </a:extLst>
          </p:cNvPr>
          <p:cNvSpPr/>
          <p:nvPr/>
        </p:nvSpPr>
        <p:spPr>
          <a:xfrm>
            <a:off x="7353251" y="3552877"/>
            <a:ext cx="130629" cy="130629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C06C884E-3B38-47BE-9994-66402DA73621}"/>
              </a:ext>
            </a:extLst>
          </p:cNvPr>
          <p:cNvSpPr/>
          <p:nvPr/>
        </p:nvSpPr>
        <p:spPr>
          <a:xfrm>
            <a:off x="4506443" y="3534025"/>
            <a:ext cx="130629" cy="13062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0A6F3B6-02F6-4130-AFA0-7DA8F7087C18}"/>
              </a:ext>
            </a:extLst>
          </p:cNvPr>
          <p:cNvSpPr/>
          <p:nvPr/>
        </p:nvSpPr>
        <p:spPr>
          <a:xfrm>
            <a:off x="3096714" y="3534026"/>
            <a:ext cx="130629" cy="13062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EA0D3C67-9AC1-4A26-93DD-2E91E2EBD0B9}"/>
              </a:ext>
            </a:extLst>
          </p:cNvPr>
          <p:cNvSpPr/>
          <p:nvPr/>
        </p:nvSpPr>
        <p:spPr>
          <a:xfrm>
            <a:off x="5914572" y="3543329"/>
            <a:ext cx="130629" cy="13062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E3749C6-645F-4524-860C-BD9E06A14A49}"/>
              </a:ext>
            </a:extLst>
          </p:cNvPr>
          <p:cNvCxnSpPr>
            <a:cxnSpLocks/>
          </p:cNvCxnSpPr>
          <p:nvPr/>
        </p:nvCxnSpPr>
        <p:spPr>
          <a:xfrm>
            <a:off x="1626081" y="21854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91D1E530-3422-4DB4-B115-B0D8971A136A}"/>
              </a:ext>
            </a:extLst>
          </p:cNvPr>
          <p:cNvCxnSpPr>
            <a:cxnSpLocks/>
          </p:cNvCxnSpPr>
          <p:nvPr/>
        </p:nvCxnSpPr>
        <p:spPr>
          <a:xfrm>
            <a:off x="1882599" y="21854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EE45A166-78BE-459A-8607-9654A37EC659}"/>
              </a:ext>
            </a:extLst>
          </p:cNvPr>
          <p:cNvCxnSpPr>
            <a:cxnSpLocks/>
          </p:cNvCxnSpPr>
          <p:nvPr/>
        </p:nvCxnSpPr>
        <p:spPr>
          <a:xfrm>
            <a:off x="2097897" y="21854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AA046A6C-839D-4A0A-B827-46C222FC3CC5}"/>
              </a:ext>
            </a:extLst>
          </p:cNvPr>
          <p:cNvSpPr txBox="1"/>
          <p:nvPr/>
        </p:nvSpPr>
        <p:spPr>
          <a:xfrm>
            <a:off x="1646497" y="2180683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0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0330C0A-785D-4809-92C3-3B640469B681}"/>
              </a:ext>
            </a:extLst>
          </p:cNvPr>
          <p:cNvSpPr txBox="1"/>
          <p:nvPr/>
        </p:nvSpPr>
        <p:spPr>
          <a:xfrm>
            <a:off x="1882599" y="2179341"/>
            <a:ext cx="5790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     ……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094A212-5D18-4B43-A8A5-473B307A5E7D}"/>
              </a:ext>
            </a:extLst>
          </p:cNvPr>
          <p:cNvSpPr txBox="1"/>
          <p:nvPr/>
        </p:nvSpPr>
        <p:spPr>
          <a:xfrm>
            <a:off x="806393" y="3914125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</a:rPr>
              <a:t>26.5 MHz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18A63E1A-5F5F-4E9F-83D0-9AAE145C8C30}"/>
              </a:ext>
            </a:extLst>
          </p:cNvPr>
          <p:cNvSpPr txBox="1"/>
          <p:nvPr/>
        </p:nvSpPr>
        <p:spPr>
          <a:xfrm>
            <a:off x="760673" y="4527523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13.25 MHz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C7CC968-049D-44C4-9BD9-8A48A9D4D608}"/>
              </a:ext>
            </a:extLst>
          </p:cNvPr>
          <p:cNvSpPr txBox="1"/>
          <p:nvPr/>
        </p:nvSpPr>
        <p:spPr>
          <a:xfrm>
            <a:off x="808049" y="5342216"/>
            <a:ext cx="57059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</a:rPr>
              <a:t>26.5 MHz: External clock</a:t>
            </a:r>
          </a:p>
          <a:p>
            <a:endParaRPr lang="en-US" sz="1200" dirty="0">
              <a:solidFill>
                <a:srgbClr val="0000FF"/>
              </a:solidFill>
            </a:endParaRPr>
          </a:p>
          <a:p>
            <a:r>
              <a:rPr lang="en-US" sz="1200" dirty="0">
                <a:solidFill>
                  <a:srgbClr val="00B050"/>
                </a:solidFill>
              </a:rPr>
              <a:t>318 MHz, 39.75 MHz, and 13.25 MHz clocks are derived vis MMCM from </a:t>
            </a:r>
            <a:r>
              <a:rPr lang="en-US" sz="1200" dirty="0">
                <a:solidFill>
                  <a:srgbClr val="0000FF"/>
                </a:solidFill>
              </a:rPr>
              <a:t>26.5 MHz clock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740B4DE4-5FE0-44F3-A61D-AFFCB855A404}"/>
              </a:ext>
            </a:extLst>
          </p:cNvPr>
          <p:cNvCxnSpPr>
            <a:cxnSpLocks/>
          </p:cNvCxnSpPr>
          <p:nvPr/>
        </p:nvCxnSpPr>
        <p:spPr>
          <a:xfrm>
            <a:off x="6846343" y="21854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B01157CF-B79C-4D18-A21E-FAC68DB0783C}"/>
              </a:ext>
            </a:extLst>
          </p:cNvPr>
          <p:cNvCxnSpPr>
            <a:cxnSpLocks/>
          </p:cNvCxnSpPr>
          <p:nvPr/>
        </p:nvCxnSpPr>
        <p:spPr>
          <a:xfrm>
            <a:off x="7102861" y="21854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A12EE0A1-09DB-4152-97BA-A22459BF0E5F}"/>
              </a:ext>
            </a:extLst>
          </p:cNvPr>
          <p:cNvCxnSpPr>
            <a:cxnSpLocks/>
          </p:cNvCxnSpPr>
          <p:nvPr/>
        </p:nvCxnSpPr>
        <p:spPr>
          <a:xfrm>
            <a:off x="7318159" y="21854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288DFDDC-3296-4E96-A85C-1534D8CEBFD8}"/>
              </a:ext>
            </a:extLst>
          </p:cNvPr>
          <p:cNvSpPr txBox="1"/>
          <p:nvPr/>
        </p:nvSpPr>
        <p:spPr>
          <a:xfrm>
            <a:off x="6829336" y="2179341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22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C5CF2286-0F4E-4558-BC5A-28A05CA151B6}"/>
              </a:ext>
            </a:extLst>
          </p:cNvPr>
          <p:cNvSpPr txBox="1"/>
          <p:nvPr/>
        </p:nvSpPr>
        <p:spPr>
          <a:xfrm>
            <a:off x="7060058" y="2179341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23</a:t>
            </a:r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B1635CC0-BD2B-407B-B9A5-762E0EEBAFC4}"/>
              </a:ext>
            </a:extLst>
          </p:cNvPr>
          <p:cNvCxnSpPr>
            <a:cxnSpLocks/>
          </p:cNvCxnSpPr>
          <p:nvPr/>
        </p:nvCxnSpPr>
        <p:spPr>
          <a:xfrm>
            <a:off x="7316976" y="219327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E4B4A14E-E9E6-4EF2-8E90-30AADE70CB04}"/>
              </a:ext>
            </a:extLst>
          </p:cNvPr>
          <p:cNvCxnSpPr>
            <a:cxnSpLocks/>
          </p:cNvCxnSpPr>
          <p:nvPr/>
        </p:nvCxnSpPr>
        <p:spPr>
          <a:xfrm>
            <a:off x="7573494" y="219327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C9344E18-9F82-410D-9706-69D95AAAC103}"/>
              </a:ext>
            </a:extLst>
          </p:cNvPr>
          <p:cNvCxnSpPr>
            <a:cxnSpLocks/>
          </p:cNvCxnSpPr>
          <p:nvPr/>
        </p:nvCxnSpPr>
        <p:spPr>
          <a:xfrm>
            <a:off x="7788792" y="219327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13875B6F-FA7C-4ECC-936E-9DAA7BDD5D3A}"/>
              </a:ext>
            </a:extLst>
          </p:cNvPr>
          <p:cNvSpPr txBox="1"/>
          <p:nvPr/>
        </p:nvSpPr>
        <p:spPr>
          <a:xfrm>
            <a:off x="7337392" y="2188468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0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DE8747D6-BDCB-4DF1-A714-09CC2721ABE5}"/>
              </a:ext>
            </a:extLst>
          </p:cNvPr>
          <p:cNvSpPr txBox="1"/>
          <p:nvPr/>
        </p:nvSpPr>
        <p:spPr>
          <a:xfrm>
            <a:off x="7553603" y="2187973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5FDAD37C-104E-472D-8A44-D7ECB3EF5461}"/>
              </a:ext>
            </a:extLst>
          </p:cNvPr>
          <p:cNvSpPr txBox="1"/>
          <p:nvPr/>
        </p:nvSpPr>
        <p:spPr>
          <a:xfrm>
            <a:off x="792994" y="1763708"/>
            <a:ext cx="1707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</a:rPr>
              <a:t>Segment selection index</a:t>
            </a: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F594F2C5-086A-47AA-ABFD-2884F42B79CF}"/>
              </a:ext>
            </a:extLst>
          </p:cNvPr>
          <p:cNvCxnSpPr>
            <a:stCxn id="183" idx="2"/>
            <a:endCxn id="168" idx="0"/>
          </p:cNvCxnSpPr>
          <p:nvPr/>
        </p:nvCxnSpPr>
        <p:spPr>
          <a:xfrm>
            <a:off x="1646497" y="2040707"/>
            <a:ext cx="125195" cy="139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C539A8F-8E99-40F5-85E2-0480E68B5B54}"/>
              </a:ext>
            </a:extLst>
          </p:cNvPr>
          <p:cNvSpPr/>
          <p:nvPr/>
        </p:nvSpPr>
        <p:spPr>
          <a:xfrm>
            <a:off x="607373" y="2937984"/>
            <a:ext cx="86113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39.75 MHz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46604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93B6CE-D93B-44B5-AB62-4E4511EC5FCE}"/>
              </a:ext>
            </a:extLst>
          </p:cNvPr>
          <p:cNvSpPr txBox="1"/>
          <p:nvPr/>
        </p:nvSpPr>
        <p:spPr>
          <a:xfrm>
            <a:off x="380000" y="652869"/>
            <a:ext cx="1157772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new version of the segment selector has been written with 24 segments. Any combination of the 24 segments can be</a:t>
            </a:r>
          </a:p>
          <a:p>
            <a:r>
              <a:rPr lang="en-US" dirty="0"/>
              <a:t> selected (by writing 24 bits of a 32 bit word to address 18008.</a:t>
            </a:r>
          </a:p>
          <a:p>
            <a:endParaRPr lang="en-US" dirty="0"/>
          </a:p>
          <a:p>
            <a:r>
              <a:rPr lang="en-US" dirty="0"/>
              <a:t>It is assumed that a 26.5 MHz clock is externally supplied. This is ½ the rate of the accelerator clock.</a:t>
            </a:r>
          </a:p>
          <a:p>
            <a:endParaRPr lang="en-US" dirty="0"/>
          </a:p>
          <a:p>
            <a:r>
              <a:rPr lang="en-US" dirty="0"/>
              <a:t>In the firmware, clock managers generate the following from this 26.5 MHz reference:</a:t>
            </a:r>
          </a:p>
          <a:p>
            <a:endParaRPr lang="en-US" dirty="0"/>
          </a:p>
          <a:p>
            <a:r>
              <a:rPr lang="en-US" dirty="0"/>
              <a:t>A 13.25 MHz clock</a:t>
            </a:r>
          </a:p>
          <a:p>
            <a:r>
              <a:rPr lang="en-US" dirty="0"/>
              <a:t>A 39.75 MHz clock (not really used anywhere now but could be distributed to other equipment)</a:t>
            </a:r>
          </a:p>
          <a:p>
            <a:r>
              <a:rPr lang="en-US" dirty="0"/>
              <a:t>A 318 MHz clock (replacing the 320 MHz clock in the original firmware). This is the clock that determines Delay and Width</a:t>
            </a:r>
          </a:p>
          <a:p>
            <a:r>
              <a:rPr lang="en-US" dirty="0"/>
              <a:t> timing in the D-W processing blocks and also defines the segment duration for the 24 segments of the synchronized pair </a:t>
            </a:r>
          </a:p>
          <a:p>
            <a:r>
              <a:rPr lang="en-US" dirty="0"/>
              <a:t> of 39.75 MHz and 26.5 </a:t>
            </a:r>
            <a:r>
              <a:rPr lang="en-US" dirty="0" err="1"/>
              <a:t>MHz.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766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7F66EA-288C-4C6D-8A3E-C40F276683C8}"/>
              </a:ext>
            </a:extLst>
          </p:cNvPr>
          <p:cNvSpPr txBox="1"/>
          <p:nvPr/>
        </p:nvSpPr>
        <p:spPr>
          <a:xfrm>
            <a:off x="726842" y="642359"/>
            <a:ext cx="104436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idea is to be able to enable selection of particles from the accelerator (on 53 MHz timing) at the with the </a:t>
            </a:r>
          </a:p>
          <a:p>
            <a:r>
              <a:rPr lang="en-US" dirty="0"/>
              <a:t> same relationship to a 40 MHz (approximately) clock. 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4533E462-FBDC-4BC7-93FA-5F0690BF84FA}"/>
              </a:ext>
            </a:extLst>
          </p:cNvPr>
          <p:cNvCxnSpPr>
            <a:cxnSpLocks/>
          </p:cNvCxnSpPr>
          <p:nvPr/>
        </p:nvCxnSpPr>
        <p:spPr>
          <a:xfrm>
            <a:off x="1389599" y="2529708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A0615567-DDD1-4CD7-8727-74A80D7AEA4D}"/>
              </a:ext>
            </a:extLst>
          </p:cNvPr>
          <p:cNvCxnSpPr>
            <a:cxnSpLocks/>
          </p:cNvCxnSpPr>
          <p:nvPr/>
        </p:nvCxnSpPr>
        <p:spPr>
          <a:xfrm flipH="1">
            <a:off x="1507840" y="2529707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48A1F15-16E6-4C85-B13A-13A83FD3DEC3}"/>
              </a:ext>
            </a:extLst>
          </p:cNvPr>
          <p:cNvCxnSpPr/>
          <p:nvPr/>
        </p:nvCxnSpPr>
        <p:spPr>
          <a:xfrm>
            <a:off x="1744323" y="252970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E4FBD3B4-F51D-4523-9A3F-6B5D91B8BA9F}"/>
              </a:ext>
            </a:extLst>
          </p:cNvPr>
          <p:cNvCxnSpPr>
            <a:cxnSpLocks/>
          </p:cNvCxnSpPr>
          <p:nvPr/>
        </p:nvCxnSpPr>
        <p:spPr>
          <a:xfrm flipH="1">
            <a:off x="1744323" y="2529707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FFB9A0-425A-4C36-862F-F559664A2416}"/>
              </a:ext>
            </a:extLst>
          </p:cNvPr>
          <p:cNvCxnSpPr/>
          <p:nvPr/>
        </p:nvCxnSpPr>
        <p:spPr>
          <a:xfrm>
            <a:off x="1981954" y="252970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5D9EC4B-83D0-4A94-96F2-E019E95E6C07}"/>
              </a:ext>
            </a:extLst>
          </p:cNvPr>
          <p:cNvCxnSpPr>
            <a:cxnSpLocks/>
          </p:cNvCxnSpPr>
          <p:nvPr/>
        </p:nvCxnSpPr>
        <p:spPr>
          <a:xfrm flipH="1">
            <a:off x="1981954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2C71C4-3402-4936-909F-7E3FAE78ED00}"/>
              </a:ext>
            </a:extLst>
          </p:cNvPr>
          <p:cNvCxnSpPr/>
          <p:nvPr/>
        </p:nvCxnSpPr>
        <p:spPr>
          <a:xfrm>
            <a:off x="2218436" y="252970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45490FF-74A4-4CAD-8B88-693D8D75B94F}"/>
              </a:ext>
            </a:extLst>
          </p:cNvPr>
          <p:cNvCxnSpPr>
            <a:cxnSpLocks/>
          </p:cNvCxnSpPr>
          <p:nvPr/>
        </p:nvCxnSpPr>
        <p:spPr>
          <a:xfrm flipH="1">
            <a:off x="2218436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ABC2BA-FE22-4CF5-837B-5D0F479EF07F}"/>
              </a:ext>
            </a:extLst>
          </p:cNvPr>
          <p:cNvCxnSpPr/>
          <p:nvPr/>
        </p:nvCxnSpPr>
        <p:spPr>
          <a:xfrm>
            <a:off x="2454918" y="252970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A1B87F9-D44D-447C-94CE-516E5A97D54E}"/>
              </a:ext>
            </a:extLst>
          </p:cNvPr>
          <p:cNvCxnSpPr>
            <a:cxnSpLocks/>
          </p:cNvCxnSpPr>
          <p:nvPr/>
        </p:nvCxnSpPr>
        <p:spPr>
          <a:xfrm flipH="1">
            <a:off x="2454918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451442-4815-4493-A4D1-5F68FE81F621}"/>
              </a:ext>
            </a:extLst>
          </p:cNvPr>
          <p:cNvCxnSpPr/>
          <p:nvPr/>
        </p:nvCxnSpPr>
        <p:spPr>
          <a:xfrm>
            <a:off x="2691400" y="252970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81FC8BA-6BD0-4A7F-98BA-648090546BDC}"/>
              </a:ext>
            </a:extLst>
          </p:cNvPr>
          <p:cNvCxnSpPr>
            <a:cxnSpLocks/>
          </p:cNvCxnSpPr>
          <p:nvPr/>
        </p:nvCxnSpPr>
        <p:spPr>
          <a:xfrm flipH="1">
            <a:off x="2691400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43E25F-D362-42C4-AE26-71712A869604}"/>
              </a:ext>
            </a:extLst>
          </p:cNvPr>
          <p:cNvCxnSpPr/>
          <p:nvPr/>
        </p:nvCxnSpPr>
        <p:spPr>
          <a:xfrm>
            <a:off x="2927882" y="252970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83FFF4B-814C-415B-97C9-4B6CF8B1A404}"/>
              </a:ext>
            </a:extLst>
          </p:cNvPr>
          <p:cNvCxnSpPr>
            <a:cxnSpLocks/>
          </p:cNvCxnSpPr>
          <p:nvPr/>
        </p:nvCxnSpPr>
        <p:spPr>
          <a:xfrm flipH="1">
            <a:off x="2927882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04CC48A-F79C-4864-8E8A-999BE52BD6A8}"/>
              </a:ext>
            </a:extLst>
          </p:cNvPr>
          <p:cNvCxnSpPr>
            <a:cxnSpLocks/>
          </p:cNvCxnSpPr>
          <p:nvPr/>
        </p:nvCxnSpPr>
        <p:spPr>
          <a:xfrm>
            <a:off x="3046949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09EA0731-D119-4E7A-9975-7A50353AB0A7}"/>
              </a:ext>
            </a:extLst>
          </p:cNvPr>
          <p:cNvCxnSpPr>
            <a:cxnSpLocks/>
          </p:cNvCxnSpPr>
          <p:nvPr/>
        </p:nvCxnSpPr>
        <p:spPr>
          <a:xfrm flipH="1">
            <a:off x="3165190" y="2529705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1D91F2-5F57-4BBB-B5C9-AB04D2B4CC88}"/>
              </a:ext>
            </a:extLst>
          </p:cNvPr>
          <p:cNvCxnSpPr/>
          <p:nvPr/>
        </p:nvCxnSpPr>
        <p:spPr>
          <a:xfrm>
            <a:off x="3401673" y="2529705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08FC009-F0D9-4ECB-A70C-EFC85A6966CA}"/>
              </a:ext>
            </a:extLst>
          </p:cNvPr>
          <p:cNvCxnSpPr>
            <a:cxnSpLocks/>
          </p:cNvCxnSpPr>
          <p:nvPr/>
        </p:nvCxnSpPr>
        <p:spPr>
          <a:xfrm flipH="1">
            <a:off x="3401673" y="2529705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919C3E4-A036-4FA5-A708-A0DD31CA19F0}"/>
              </a:ext>
            </a:extLst>
          </p:cNvPr>
          <p:cNvCxnSpPr/>
          <p:nvPr/>
        </p:nvCxnSpPr>
        <p:spPr>
          <a:xfrm>
            <a:off x="3639304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7F3A527-5D9D-4B52-A524-DC964DE66FBB}"/>
              </a:ext>
            </a:extLst>
          </p:cNvPr>
          <p:cNvCxnSpPr>
            <a:cxnSpLocks/>
          </p:cNvCxnSpPr>
          <p:nvPr/>
        </p:nvCxnSpPr>
        <p:spPr>
          <a:xfrm flipH="1">
            <a:off x="3639304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661F06C-D27D-423B-851A-EFF8BE2025F3}"/>
              </a:ext>
            </a:extLst>
          </p:cNvPr>
          <p:cNvCxnSpPr/>
          <p:nvPr/>
        </p:nvCxnSpPr>
        <p:spPr>
          <a:xfrm>
            <a:off x="3875786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778068C-B257-4D2E-8BDB-74D70D0C553E}"/>
              </a:ext>
            </a:extLst>
          </p:cNvPr>
          <p:cNvCxnSpPr>
            <a:cxnSpLocks/>
          </p:cNvCxnSpPr>
          <p:nvPr/>
        </p:nvCxnSpPr>
        <p:spPr>
          <a:xfrm flipH="1">
            <a:off x="3875786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7FEDD25-1282-46B0-B2DA-58AB00467ACD}"/>
              </a:ext>
            </a:extLst>
          </p:cNvPr>
          <p:cNvCxnSpPr/>
          <p:nvPr/>
        </p:nvCxnSpPr>
        <p:spPr>
          <a:xfrm>
            <a:off x="4112268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D690AF55-9980-4B1A-9556-FF6A2E07BBA4}"/>
              </a:ext>
            </a:extLst>
          </p:cNvPr>
          <p:cNvCxnSpPr>
            <a:cxnSpLocks/>
          </p:cNvCxnSpPr>
          <p:nvPr/>
        </p:nvCxnSpPr>
        <p:spPr>
          <a:xfrm flipH="1">
            <a:off x="4112268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FE1B317-C537-4E17-AB5D-1242F59F5040}"/>
              </a:ext>
            </a:extLst>
          </p:cNvPr>
          <p:cNvCxnSpPr/>
          <p:nvPr/>
        </p:nvCxnSpPr>
        <p:spPr>
          <a:xfrm>
            <a:off x="4348750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B73AA86-F442-416B-B0F4-C561AA7D7519}"/>
              </a:ext>
            </a:extLst>
          </p:cNvPr>
          <p:cNvCxnSpPr>
            <a:cxnSpLocks/>
          </p:cNvCxnSpPr>
          <p:nvPr/>
        </p:nvCxnSpPr>
        <p:spPr>
          <a:xfrm flipH="1">
            <a:off x="4348750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685E5A0-076E-4276-A947-8CCAF82CF0BE}"/>
              </a:ext>
            </a:extLst>
          </p:cNvPr>
          <p:cNvCxnSpPr/>
          <p:nvPr/>
        </p:nvCxnSpPr>
        <p:spPr>
          <a:xfrm>
            <a:off x="4585232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5323103-38B2-4C5D-871D-C5FAA8240D82}"/>
              </a:ext>
            </a:extLst>
          </p:cNvPr>
          <p:cNvCxnSpPr>
            <a:cxnSpLocks/>
          </p:cNvCxnSpPr>
          <p:nvPr/>
        </p:nvCxnSpPr>
        <p:spPr>
          <a:xfrm flipH="1">
            <a:off x="4585232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9563015C-C974-4FDE-ADE8-FA9D3CAA52DC}"/>
              </a:ext>
            </a:extLst>
          </p:cNvPr>
          <p:cNvCxnSpPr>
            <a:cxnSpLocks/>
          </p:cNvCxnSpPr>
          <p:nvPr/>
        </p:nvCxnSpPr>
        <p:spPr>
          <a:xfrm>
            <a:off x="4703472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3E17E448-92A6-4E1C-B8EF-72EDD8AD30BB}"/>
              </a:ext>
            </a:extLst>
          </p:cNvPr>
          <p:cNvCxnSpPr>
            <a:cxnSpLocks/>
          </p:cNvCxnSpPr>
          <p:nvPr/>
        </p:nvCxnSpPr>
        <p:spPr>
          <a:xfrm flipH="1">
            <a:off x="4821713" y="2529705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FFA96E6-80C2-439A-A5DB-2D9FCC933434}"/>
              </a:ext>
            </a:extLst>
          </p:cNvPr>
          <p:cNvCxnSpPr/>
          <p:nvPr/>
        </p:nvCxnSpPr>
        <p:spPr>
          <a:xfrm>
            <a:off x="5058196" y="2529705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8B73A25D-1EC9-4B6B-B3F5-4B0958F44EED}"/>
              </a:ext>
            </a:extLst>
          </p:cNvPr>
          <p:cNvCxnSpPr>
            <a:cxnSpLocks/>
          </p:cNvCxnSpPr>
          <p:nvPr/>
        </p:nvCxnSpPr>
        <p:spPr>
          <a:xfrm flipH="1">
            <a:off x="5058196" y="2529705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7370EC1-A008-4347-81E0-36B18E6BD7ED}"/>
              </a:ext>
            </a:extLst>
          </p:cNvPr>
          <p:cNvCxnSpPr/>
          <p:nvPr/>
        </p:nvCxnSpPr>
        <p:spPr>
          <a:xfrm>
            <a:off x="5295827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F832C64D-1EB2-4759-87B1-64CFD25112BE}"/>
              </a:ext>
            </a:extLst>
          </p:cNvPr>
          <p:cNvCxnSpPr>
            <a:cxnSpLocks/>
          </p:cNvCxnSpPr>
          <p:nvPr/>
        </p:nvCxnSpPr>
        <p:spPr>
          <a:xfrm flipH="1">
            <a:off x="5295827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0116641-D851-4C93-B564-EB3A84099413}"/>
              </a:ext>
            </a:extLst>
          </p:cNvPr>
          <p:cNvCxnSpPr/>
          <p:nvPr/>
        </p:nvCxnSpPr>
        <p:spPr>
          <a:xfrm>
            <a:off x="5532309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5965428-DB34-43E0-B1E6-92154049AC26}"/>
              </a:ext>
            </a:extLst>
          </p:cNvPr>
          <p:cNvCxnSpPr>
            <a:cxnSpLocks/>
          </p:cNvCxnSpPr>
          <p:nvPr/>
        </p:nvCxnSpPr>
        <p:spPr>
          <a:xfrm flipH="1">
            <a:off x="5532309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9726704-B790-4B76-843D-5DC763BF68AF}"/>
              </a:ext>
            </a:extLst>
          </p:cNvPr>
          <p:cNvCxnSpPr/>
          <p:nvPr/>
        </p:nvCxnSpPr>
        <p:spPr>
          <a:xfrm>
            <a:off x="5768791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66FE913B-1F0B-403D-883E-A7EFA929D5B4}"/>
              </a:ext>
            </a:extLst>
          </p:cNvPr>
          <p:cNvCxnSpPr>
            <a:cxnSpLocks/>
          </p:cNvCxnSpPr>
          <p:nvPr/>
        </p:nvCxnSpPr>
        <p:spPr>
          <a:xfrm flipH="1">
            <a:off x="5768791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A51507D-367C-4829-9186-3BA1759008CD}"/>
              </a:ext>
            </a:extLst>
          </p:cNvPr>
          <p:cNvCxnSpPr/>
          <p:nvPr/>
        </p:nvCxnSpPr>
        <p:spPr>
          <a:xfrm>
            <a:off x="6005273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5FE766CA-4B15-4203-91C7-AE438D1F07FD}"/>
              </a:ext>
            </a:extLst>
          </p:cNvPr>
          <p:cNvCxnSpPr>
            <a:cxnSpLocks/>
          </p:cNvCxnSpPr>
          <p:nvPr/>
        </p:nvCxnSpPr>
        <p:spPr>
          <a:xfrm flipH="1">
            <a:off x="6005273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0BFD1C5-0862-46C1-B505-AA1CB365E8CC}"/>
              </a:ext>
            </a:extLst>
          </p:cNvPr>
          <p:cNvCxnSpPr/>
          <p:nvPr/>
        </p:nvCxnSpPr>
        <p:spPr>
          <a:xfrm>
            <a:off x="6241755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1900D354-C8B9-4DB5-BBBF-422A0EB43E58}"/>
              </a:ext>
            </a:extLst>
          </p:cNvPr>
          <p:cNvCxnSpPr>
            <a:cxnSpLocks/>
          </p:cNvCxnSpPr>
          <p:nvPr/>
        </p:nvCxnSpPr>
        <p:spPr>
          <a:xfrm flipH="1">
            <a:off x="6241755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D7473070-8DA1-4746-9375-FDFBFD251F95}"/>
              </a:ext>
            </a:extLst>
          </p:cNvPr>
          <p:cNvCxnSpPr>
            <a:cxnSpLocks/>
          </p:cNvCxnSpPr>
          <p:nvPr/>
        </p:nvCxnSpPr>
        <p:spPr>
          <a:xfrm>
            <a:off x="6359995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D05097B1-12FF-460B-AD42-7DB18A042A90}"/>
              </a:ext>
            </a:extLst>
          </p:cNvPr>
          <p:cNvCxnSpPr>
            <a:cxnSpLocks/>
          </p:cNvCxnSpPr>
          <p:nvPr/>
        </p:nvCxnSpPr>
        <p:spPr>
          <a:xfrm flipH="1">
            <a:off x="6478236" y="2529703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FC8E569-2A86-4153-9240-5BD92D0064DA}"/>
              </a:ext>
            </a:extLst>
          </p:cNvPr>
          <p:cNvCxnSpPr/>
          <p:nvPr/>
        </p:nvCxnSpPr>
        <p:spPr>
          <a:xfrm>
            <a:off x="6714719" y="2529703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40A0B702-00ED-424B-BEA0-FE69FADA35D8}"/>
              </a:ext>
            </a:extLst>
          </p:cNvPr>
          <p:cNvCxnSpPr>
            <a:cxnSpLocks/>
          </p:cNvCxnSpPr>
          <p:nvPr/>
        </p:nvCxnSpPr>
        <p:spPr>
          <a:xfrm flipH="1">
            <a:off x="6714719" y="2529703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F9195F7-AEEF-4991-BC78-DB002F14BCFB}"/>
              </a:ext>
            </a:extLst>
          </p:cNvPr>
          <p:cNvCxnSpPr/>
          <p:nvPr/>
        </p:nvCxnSpPr>
        <p:spPr>
          <a:xfrm>
            <a:off x="6952350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E86BCE9D-DEEE-4DA6-AB4E-9C77B1A42FF1}"/>
              </a:ext>
            </a:extLst>
          </p:cNvPr>
          <p:cNvCxnSpPr>
            <a:cxnSpLocks/>
          </p:cNvCxnSpPr>
          <p:nvPr/>
        </p:nvCxnSpPr>
        <p:spPr>
          <a:xfrm flipH="1">
            <a:off x="6952350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B36DA11-0C73-43D0-B83F-D45E896F7875}"/>
              </a:ext>
            </a:extLst>
          </p:cNvPr>
          <p:cNvCxnSpPr/>
          <p:nvPr/>
        </p:nvCxnSpPr>
        <p:spPr>
          <a:xfrm>
            <a:off x="7188832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D6F6CD5B-5A8F-4B6D-88AC-E15EC68682CF}"/>
              </a:ext>
            </a:extLst>
          </p:cNvPr>
          <p:cNvCxnSpPr>
            <a:cxnSpLocks/>
          </p:cNvCxnSpPr>
          <p:nvPr/>
        </p:nvCxnSpPr>
        <p:spPr>
          <a:xfrm flipH="1">
            <a:off x="7188832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09D4285-DCDB-472E-8905-9C1F84228A85}"/>
              </a:ext>
            </a:extLst>
          </p:cNvPr>
          <p:cNvCxnSpPr/>
          <p:nvPr/>
        </p:nvCxnSpPr>
        <p:spPr>
          <a:xfrm>
            <a:off x="7425314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B2976A25-5169-4F71-AEF9-51838885AF41}"/>
              </a:ext>
            </a:extLst>
          </p:cNvPr>
          <p:cNvCxnSpPr>
            <a:cxnSpLocks/>
          </p:cNvCxnSpPr>
          <p:nvPr/>
        </p:nvCxnSpPr>
        <p:spPr>
          <a:xfrm flipH="1">
            <a:off x="7425314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D034021-D157-4F68-9BE3-8E5326222625}"/>
              </a:ext>
            </a:extLst>
          </p:cNvPr>
          <p:cNvCxnSpPr/>
          <p:nvPr/>
        </p:nvCxnSpPr>
        <p:spPr>
          <a:xfrm>
            <a:off x="7661796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D3A37862-AD4F-44A8-889D-A5865DC3CB46}"/>
              </a:ext>
            </a:extLst>
          </p:cNvPr>
          <p:cNvCxnSpPr>
            <a:cxnSpLocks/>
          </p:cNvCxnSpPr>
          <p:nvPr/>
        </p:nvCxnSpPr>
        <p:spPr>
          <a:xfrm flipH="1">
            <a:off x="7661796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B2E4A21-8EB9-4B64-BE5B-6DB150FD8B72}"/>
              </a:ext>
            </a:extLst>
          </p:cNvPr>
          <p:cNvCxnSpPr/>
          <p:nvPr/>
        </p:nvCxnSpPr>
        <p:spPr>
          <a:xfrm>
            <a:off x="7898278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92A35B41-2DBE-4043-97F3-4F62B499A1A5}"/>
              </a:ext>
            </a:extLst>
          </p:cNvPr>
          <p:cNvCxnSpPr>
            <a:cxnSpLocks/>
          </p:cNvCxnSpPr>
          <p:nvPr/>
        </p:nvCxnSpPr>
        <p:spPr>
          <a:xfrm flipH="1">
            <a:off x="7898278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2F9BAC6A-DE73-4C4A-8612-92A843C6C816}"/>
              </a:ext>
            </a:extLst>
          </p:cNvPr>
          <p:cNvCxnSpPr>
            <a:cxnSpLocks/>
          </p:cNvCxnSpPr>
          <p:nvPr/>
        </p:nvCxnSpPr>
        <p:spPr>
          <a:xfrm>
            <a:off x="8016517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14DFB63C-23C2-480B-9F20-383451689FFE}"/>
              </a:ext>
            </a:extLst>
          </p:cNvPr>
          <p:cNvCxnSpPr>
            <a:cxnSpLocks/>
          </p:cNvCxnSpPr>
          <p:nvPr/>
        </p:nvCxnSpPr>
        <p:spPr>
          <a:xfrm flipH="1">
            <a:off x="8134758" y="2529703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FDE17C8-FE5D-4926-ABFC-72A233A9E4FD}"/>
              </a:ext>
            </a:extLst>
          </p:cNvPr>
          <p:cNvCxnSpPr/>
          <p:nvPr/>
        </p:nvCxnSpPr>
        <p:spPr>
          <a:xfrm>
            <a:off x="8371241" y="2529703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DEAC37DE-AA56-4661-9CC8-24A2A6E6AC53}"/>
              </a:ext>
            </a:extLst>
          </p:cNvPr>
          <p:cNvCxnSpPr>
            <a:cxnSpLocks/>
          </p:cNvCxnSpPr>
          <p:nvPr/>
        </p:nvCxnSpPr>
        <p:spPr>
          <a:xfrm flipH="1">
            <a:off x="8371241" y="2529703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2FD659F-55F2-47F6-A613-9407AD365FCC}"/>
              </a:ext>
            </a:extLst>
          </p:cNvPr>
          <p:cNvCxnSpPr/>
          <p:nvPr/>
        </p:nvCxnSpPr>
        <p:spPr>
          <a:xfrm>
            <a:off x="8608872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745821A8-E56F-488A-9B44-109ABFB6A835}"/>
              </a:ext>
            </a:extLst>
          </p:cNvPr>
          <p:cNvCxnSpPr>
            <a:cxnSpLocks/>
          </p:cNvCxnSpPr>
          <p:nvPr/>
        </p:nvCxnSpPr>
        <p:spPr>
          <a:xfrm flipH="1">
            <a:off x="8608872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B04B464-0CA6-424E-A1F9-5ADA2698CC2B}"/>
              </a:ext>
            </a:extLst>
          </p:cNvPr>
          <p:cNvCxnSpPr/>
          <p:nvPr/>
        </p:nvCxnSpPr>
        <p:spPr>
          <a:xfrm>
            <a:off x="8845354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2FCD9657-618A-4129-86E9-927496AE84FF}"/>
              </a:ext>
            </a:extLst>
          </p:cNvPr>
          <p:cNvCxnSpPr>
            <a:cxnSpLocks/>
          </p:cNvCxnSpPr>
          <p:nvPr/>
        </p:nvCxnSpPr>
        <p:spPr>
          <a:xfrm flipH="1">
            <a:off x="8845354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7EB36D5-5D78-4EA5-8B65-179FBC144E57}"/>
              </a:ext>
            </a:extLst>
          </p:cNvPr>
          <p:cNvCxnSpPr/>
          <p:nvPr/>
        </p:nvCxnSpPr>
        <p:spPr>
          <a:xfrm>
            <a:off x="9081836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266182D3-5536-41DC-A369-AA8B79C92D79}"/>
              </a:ext>
            </a:extLst>
          </p:cNvPr>
          <p:cNvCxnSpPr>
            <a:cxnSpLocks/>
          </p:cNvCxnSpPr>
          <p:nvPr/>
        </p:nvCxnSpPr>
        <p:spPr>
          <a:xfrm flipH="1">
            <a:off x="9081836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2C0B95A-E195-418A-A11D-BE38B61FD324}"/>
              </a:ext>
            </a:extLst>
          </p:cNvPr>
          <p:cNvCxnSpPr/>
          <p:nvPr/>
        </p:nvCxnSpPr>
        <p:spPr>
          <a:xfrm>
            <a:off x="9318318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8CF3AFAA-9025-4C26-B68C-B514E60627D4}"/>
              </a:ext>
            </a:extLst>
          </p:cNvPr>
          <p:cNvCxnSpPr>
            <a:cxnSpLocks/>
          </p:cNvCxnSpPr>
          <p:nvPr/>
        </p:nvCxnSpPr>
        <p:spPr>
          <a:xfrm flipH="1">
            <a:off x="9318318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D24A962-7AF8-428A-AB52-3F81B111AB6A}"/>
              </a:ext>
            </a:extLst>
          </p:cNvPr>
          <p:cNvCxnSpPr/>
          <p:nvPr/>
        </p:nvCxnSpPr>
        <p:spPr>
          <a:xfrm>
            <a:off x="9554800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DCDBD51-17C2-41C6-A077-75165157BB42}"/>
              </a:ext>
            </a:extLst>
          </p:cNvPr>
          <p:cNvCxnSpPr>
            <a:cxnSpLocks/>
          </p:cNvCxnSpPr>
          <p:nvPr/>
        </p:nvCxnSpPr>
        <p:spPr>
          <a:xfrm flipH="1">
            <a:off x="9554800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FF8CE2E4-9C54-4645-B0C2-961C18D40819}"/>
              </a:ext>
            </a:extLst>
          </p:cNvPr>
          <p:cNvCxnSpPr>
            <a:cxnSpLocks/>
          </p:cNvCxnSpPr>
          <p:nvPr/>
        </p:nvCxnSpPr>
        <p:spPr>
          <a:xfrm>
            <a:off x="9672717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D501140A-B8EF-4022-9DDB-99E7B0339FD5}"/>
              </a:ext>
            </a:extLst>
          </p:cNvPr>
          <p:cNvCxnSpPr>
            <a:cxnSpLocks/>
          </p:cNvCxnSpPr>
          <p:nvPr/>
        </p:nvCxnSpPr>
        <p:spPr>
          <a:xfrm flipH="1">
            <a:off x="9790958" y="2529703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996C3F2-2E04-4BA3-835E-18563615C209}"/>
              </a:ext>
            </a:extLst>
          </p:cNvPr>
          <p:cNvCxnSpPr/>
          <p:nvPr/>
        </p:nvCxnSpPr>
        <p:spPr>
          <a:xfrm>
            <a:off x="10027441" y="2529703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17534F57-BCA1-4B68-875F-7CDEDD0DA49F}"/>
              </a:ext>
            </a:extLst>
          </p:cNvPr>
          <p:cNvCxnSpPr>
            <a:cxnSpLocks/>
          </p:cNvCxnSpPr>
          <p:nvPr/>
        </p:nvCxnSpPr>
        <p:spPr>
          <a:xfrm flipH="1">
            <a:off x="10027441" y="2529703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5E3E626-6513-4D2D-AD7D-4EED5A8696B2}"/>
              </a:ext>
            </a:extLst>
          </p:cNvPr>
          <p:cNvCxnSpPr/>
          <p:nvPr/>
        </p:nvCxnSpPr>
        <p:spPr>
          <a:xfrm>
            <a:off x="10265072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36AC2D82-3978-47F0-9F45-5DB979B05F51}"/>
              </a:ext>
            </a:extLst>
          </p:cNvPr>
          <p:cNvCxnSpPr>
            <a:cxnSpLocks/>
          </p:cNvCxnSpPr>
          <p:nvPr/>
        </p:nvCxnSpPr>
        <p:spPr>
          <a:xfrm flipH="1">
            <a:off x="10265072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CB7B00A-8FB6-41D8-9C11-00ECE51EBD5F}"/>
              </a:ext>
            </a:extLst>
          </p:cNvPr>
          <p:cNvCxnSpPr/>
          <p:nvPr/>
        </p:nvCxnSpPr>
        <p:spPr>
          <a:xfrm>
            <a:off x="10501554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1403B46B-B880-48C2-B224-C02305B797E6}"/>
              </a:ext>
            </a:extLst>
          </p:cNvPr>
          <p:cNvCxnSpPr>
            <a:cxnSpLocks/>
          </p:cNvCxnSpPr>
          <p:nvPr/>
        </p:nvCxnSpPr>
        <p:spPr>
          <a:xfrm flipH="1">
            <a:off x="10501554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AD2A01D-79DF-4E54-A425-3E4460A00D34}"/>
              </a:ext>
            </a:extLst>
          </p:cNvPr>
          <p:cNvCxnSpPr/>
          <p:nvPr/>
        </p:nvCxnSpPr>
        <p:spPr>
          <a:xfrm>
            <a:off x="10738036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DB0A837E-070F-4066-89EB-4464F4FFB3E8}"/>
              </a:ext>
            </a:extLst>
          </p:cNvPr>
          <p:cNvCxnSpPr>
            <a:cxnSpLocks/>
          </p:cNvCxnSpPr>
          <p:nvPr/>
        </p:nvCxnSpPr>
        <p:spPr>
          <a:xfrm flipH="1">
            <a:off x="10738036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2099949-CD97-487E-9718-C239C3FE3C75}"/>
              </a:ext>
            </a:extLst>
          </p:cNvPr>
          <p:cNvCxnSpPr/>
          <p:nvPr/>
        </p:nvCxnSpPr>
        <p:spPr>
          <a:xfrm>
            <a:off x="10974518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FA4C2A2F-1B90-41EC-9780-02D6CA3B134C}"/>
              </a:ext>
            </a:extLst>
          </p:cNvPr>
          <p:cNvCxnSpPr>
            <a:cxnSpLocks/>
          </p:cNvCxnSpPr>
          <p:nvPr/>
        </p:nvCxnSpPr>
        <p:spPr>
          <a:xfrm flipH="1">
            <a:off x="10974518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4E16673-82A7-4EE0-898B-7B3E2DB83D5C}"/>
              </a:ext>
            </a:extLst>
          </p:cNvPr>
          <p:cNvCxnSpPr/>
          <p:nvPr/>
        </p:nvCxnSpPr>
        <p:spPr>
          <a:xfrm>
            <a:off x="11211000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289DB0F0-5188-43F5-B53F-9455101224BF}"/>
              </a:ext>
            </a:extLst>
          </p:cNvPr>
          <p:cNvCxnSpPr>
            <a:cxnSpLocks/>
          </p:cNvCxnSpPr>
          <p:nvPr/>
        </p:nvCxnSpPr>
        <p:spPr>
          <a:xfrm flipH="1">
            <a:off x="11211000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D3BF24E-522E-4A03-9F81-B9B5B3984611}"/>
              </a:ext>
            </a:extLst>
          </p:cNvPr>
          <p:cNvCxnSpPr/>
          <p:nvPr/>
        </p:nvCxnSpPr>
        <p:spPr>
          <a:xfrm>
            <a:off x="1626082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C63BAC2-D032-4DDF-8D86-AFB1878B9CAA}"/>
              </a:ext>
            </a:extLst>
          </p:cNvPr>
          <p:cNvCxnSpPr/>
          <p:nvPr/>
        </p:nvCxnSpPr>
        <p:spPr>
          <a:xfrm>
            <a:off x="2569057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4AC56A2-440A-4A24-81E0-C4E8A6C6B6EC}"/>
              </a:ext>
            </a:extLst>
          </p:cNvPr>
          <p:cNvCxnSpPr/>
          <p:nvPr/>
        </p:nvCxnSpPr>
        <p:spPr>
          <a:xfrm>
            <a:off x="1626082" y="3008254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19ACD53-FFFC-45D5-A70B-02939FAC2CF5}"/>
              </a:ext>
            </a:extLst>
          </p:cNvPr>
          <p:cNvCxnSpPr/>
          <p:nvPr/>
        </p:nvCxnSpPr>
        <p:spPr>
          <a:xfrm>
            <a:off x="2575461" y="3228971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4C5E021-1557-48E4-981A-8A6A15B1A370}"/>
              </a:ext>
            </a:extLst>
          </p:cNvPr>
          <p:cNvCxnSpPr/>
          <p:nvPr/>
        </p:nvCxnSpPr>
        <p:spPr>
          <a:xfrm>
            <a:off x="3519088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2DFBC48-35EB-4179-813A-712277D1C2F3}"/>
              </a:ext>
            </a:extLst>
          </p:cNvPr>
          <p:cNvCxnSpPr/>
          <p:nvPr/>
        </p:nvCxnSpPr>
        <p:spPr>
          <a:xfrm>
            <a:off x="4462063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001D07C-851C-4CDC-8416-CFCFEFD1F65B}"/>
              </a:ext>
            </a:extLst>
          </p:cNvPr>
          <p:cNvCxnSpPr/>
          <p:nvPr/>
        </p:nvCxnSpPr>
        <p:spPr>
          <a:xfrm>
            <a:off x="3519088" y="3008254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7F08BCD-62F9-4A3F-A55E-E7A785738FE9}"/>
              </a:ext>
            </a:extLst>
          </p:cNvPr>
          <p:cNvCxnSpPr/>
          <p:nvPr/>
        </p:nvCxnSpPr>
        <p:spPr>
          <a:xfrm>
            <a:off x="4468467" y="3228971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28A6911-E6DE-492A-BACF-860FD1F8CF97}"/>
              </a:ext>
            </a:extLst>
          </p:cNvPr>
          <p:cNvCxnSpPr/>
          <p:nvPr/>
        </p:nvCxnSpPr>
        <p:spPr>
          <a:xfrm>
            <a:off x="5406839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E7748D86-C1EF-46C7-AD25-EAB69AE65B72}"/>
              </a:ext>
            </a:extLst>
          </p:cNvPr>
          <p:cNvCxnSpPr/>
          <p:nvPr/>
        </p:nvCxnSpPr>
        <p:spPr>
          <a:xfrm>
            <a:off x="6349814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4BB09A77-317B-476A-8FD7-CF90D71BA25F}"/>
              </a:ext>
            </a:extLst>
          </p:cNvPr>
          <p:cNvCxnSpPr/>
          <p:nvPr/>
        </p:nvCxnSpPr>
        <p:spPr>
          <a:xfrm>
            <a:off x="5406839" y="3008254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3CBA68A-E66D-45A8-93A7-532FF63EB2FA}"/>
              </a:ext>
            </a:extLst>
          </p:cNvPr>
          <p:cNvCxnSpPr/>
          <p:nvPr/>
        </p:nvCxnSpPr>
        <p:spPr>
          <a:xfrm>
            <a:off x="6356218" y="3228971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39CB0CD7-9839-4AC4-B79C-8571841EB7C4}"/>
              </a:ext>
            </a:extLst>
          </p:cNvPr>
          <p:cNvCxnSpPr/>
          <p:nvPr/>
        </p:nvCxnSpPr>
        <p:spPr>
          <a:xfrm>
            <a:off x="8246596" y="301186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8A32393-A50E-4E3C-8F49-D7940686BFC7}"/>
              </a:ext>
            </a:extLst>
          </p:cNvPr>
          <p:cNvCxnSpPr/>
          <p:nvPr/>
        </p:nvCxnSpPr>
        <p:spPr>
          <a:xfrm>
            <a:off x="7303621" y="3011864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B9802AA-45DA-47EE-828D-66AB5DAB63C6}"/>
              </a:ext>
            </a:extLst>
          </p:cNvPr>
          <p:cNvCxnSpPr/>
          <p:nvPr/>
        </p:nvCxnSpPr>
        <p:spPr>
          <a:xfrm>
            <a:off x="8253000" y="3232581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9CE16B0-664B-428D-8AA3-D1FE373FC9BC}"/>
              </a:ext>
            </a:extLst>
          </p:cNvPr>
          <p:cNvCxnSpPr/>
          <p:nvPr/>
        </p:nvCxnSpPr>
        <p:spPr>
          <a:xfrm>
            <a:off x="7309036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1AC5CC0-9B2B-4F1A-BDC8-5B7A36610066}"/>
              </a:ext>
            </a:extLst>
          </p:cNvPr>
          <p:cNvCxnSpPr/>
          <p:nvPr/>
        </p:nvCxnSpPr>
        <p:spPr>
          <a:xfrm>
            <a:off x="10123021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616E1797-1B3D-461C-82F4-98F23718537F}"/>
              </a:ext>
            </a:extLst>
          </p:cNvPr>
          <p:cNvCxnSpPr/>
          <p:nvPr/>
        </p:nvCxnSpPr>
        <p:spPr>
          <a:xfrm>
            <a:off x="9180046" y="3008254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B235818C-2E2D-46AB-971A-1E2A829E9B1D}"/>
              </a:ext>
            </a:extLst>
          </p:cNvPr>
          <p:cNvCxnSpPr/>
          <p:nvPr/>
        </p:nvCxnSpPr>
        <p:spPr>
          <a:xfrm>
            <a:off x="10129425" y="3228971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062AB47-5C82-4662-B2E3-75241C2C00ED}"/>
              </a:ext>
            </a:extLst>
          </p:cNvPr>
          <p:cNvCxnSpPr/>
          <p:nvPr/>
        </p:nvCxnSpPr>
        <p:spPr>
          <a:xfrm>
            <a:off x="9185461" y="300464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491821C-3302-4709-B347-A881B8FE1AC9}"/>
              </a:ext>
            </a:extLst>
          </p:cNvPr>
          <p:cNvCxnSpPr>
            <a:cxnSpLocks/>
          </p:cNvCxnSpPr>
          <p:nvPr/>
        </p:nvCxnSpPr>
        <p:spPr>
          <a:xfrm>
            <a:off x="1217163" y="3225361"/>
            <a:ext cx="4089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7819932D-437A-46CE-B9B5-908392809156}"/>
              </a:ext>
            </a:extLst>
          </p:cNvPr>
          <p:cNvCxnSpPr/>
          <p:nvPr/>
        </p:nvCxnSpPr>
        <p:spPr>
          <a:xfrm>
            <a:off x="1627068" y="3479741"/>
            <a:ext cx="0" cy="22071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119F3EA-1A21-45A6-A148-427B5AF5FC7E}"/>
              </a:ext>
            </a:extLst>
          </p:cNvPr>
          <p:cNvCxnSpPr>
            <a:cxnSpLocks/>
          </p:cNvCxnSpPr>
          <p:nvPr/>
        </p:nvCxnSpPr>
        <p:spPr>
          <a:xfrm>
            <a:off x="1632486" y="3479741"/>
            <a:ext cx="71174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9E6ECB2-8B27-47ED-946C-692DC627C307}"/>
              </a:ext>
            </a:extLst>
          </p:cNvPr>
          <p:cNvCxnSpPr/>
          <p:nvPr/>
        </p:nvCxnSpPr>
        <p:spPr>
          <a:xfrm>
            <a:off x="2345220" y="3479741"/>
            <a:ext cx="0" cy="22071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B0F0E6F-50F3-4E62-AC28-DD830E30847D}"/>
              </a:ext>
            </a:extLst>
          </p:cNvPr>
          <p:cNvCxnSpPr>
            <a:cxnSpLocks/>
          </p:cNvCxnSpPr>
          <p:nvPr/>
        </p:nvCxnSpPr>
        <p:spPr>
          <a:xfrm>
            <a:off x="2344234" y="3700458"/>
            <a:ext cx="71174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5F4354B-C0F3-4927-9549-88A639E3ED42}"/>
              </a:ext>
            </a:extLst>
          </p:cNvPr>
          <p:cNvCxnSpPr>
            <a:cxnSpLocks/>
          </p:cNvCxnSpPr>
          <p:nvPr/>
        </p:nvCxnSpPr>
        <p:spPr>
          <a:xfrm>
            <a:off x="1217163" y="3700458"/>
            <a:ext cx="40891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029F034-8358-43C9-8B6D-C32719D1E2E2}"/>
              </a:ext>
            </a:extLst>
          </p:cNvPr>
          <p:cNvGrpSpPr/>
          <p:nvPr/>
        </p:nvGrpSpPr>
        <p:grpSpPr>
          <a:xfrm>
            <a:off x="3063038" y="3479739"/>
            <a:ext cx="1428914" cy="220717"/>
            <a:chOff x="1240222" y="2171204"/>
            <a:chExt cx="1428914" cy="220717"/>
          </a:xfrm>
        </p:grpSpPr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BC317EC8-3853-479F-94A0-E92E84C70F6F}"/>
                </a:ext>
              </a:extLst>
            </p:cNvPr>
            <p:cNvCxnSpPr/>
            <p:nvPr/>
          </p:nvCxnSpPr>
          <p:spPr>
            <a:xfrm>
              <a:off x="1240222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BA16D1AB-E254-4AFE-B32C-1F5DEAED4DA5}"/>
                </a:ext>
              </a:extLst>
            </p:cNvPr>
            <p:cNvCxnSpPr>
              <a:cxnSpLocks/>
            </p:cNvCxnSpPr>
            <p:nvPr/>
          </p:nvCxnSpPr>
          <p:spPr>
            <a:xfrm>
              <a:off x="1245640" y="2171204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35DC9CF4-5F84-449F-AD07-19FE89F9C9EF}"/>
                </a:ext>
              </a:extLst>
            </p:cNvPr>
            <p:cNvCxnSpPr/>
            <p:nvPr/>
          </p:nvCxnSpPr>
          <p:spPr>
            <a:xfrm>
              <a:off x="1958374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86558D2B-9AC4-4FEF-A5F5-9856332F61DA}"/>
                </a:ext>
              </a:extLst>
            </p:cNvPr>
            <p:cNvCxnSpPr>
              <a:cxnSpLocks/>
            </p:cNvCxnSpPr>
            <p:nvPr/>
          </p:nvCxnSpPr>
          <p:spPr>
            <a:xfrm>
              <a:off x="1957388" y="2391921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64B84E2-D66D-4BBB-9E31-F2732E3F0EE2}"/>
              </a:ext>
            </a:extLst>
          </p:cNvPr>
          <p:cNvGrpSpPr/>
          <p:nvPr/>
        </p:nvGrpSpPr>
        <p:grpSpPr>
          <a:xfrm>
            <a:off x="4490965" y="3479739"/>
            <a:ext cx="1428914" cy="220717"/>
            <a:chOff x="1240222" y="2171204"/>
            <a:chExt cx="1428914" cy="220717"/>
          </a:xfrm>
        </p:grpSpPr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1C43EE95-D863-4B67-9A48-B0C493517BB8}"/>
                </a:ext>
              </a:extLst>
            </p:cNvPr>
            <p:cNvCxnSpPr/>
            <p:nvPr/>
          </p:nvCxnSpPr>
          <p:spPr>
            <a:xfrm>
              <a:off x="1240222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D19ACBC8-E00E-4E4B-B1B6-A149F5E9B7C7}"/>
                </a:ext>
              </a:extLst>
            </p:cNvPr>
            <p:cNvCxnSpPr>
              <a:cxnSpLocks/>
            </p:cNvCxnSpPr>
            <p:nvPr/>
          </p:nvCxnSpPr>
          <p:spPr>
            <a:xfrm>
              <a:off x="1245640" y="2171204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01F87C8F-9132-46D3-BEDF-9E5A53146343}"/>
                </a:ext>
              </a:extLst>
            </p:cNvPr>
            <p:cNvCxnSpPr/>
            <p:nvPr/>
          </p:nvCxnSpPr>
          <p:spPr>
            <a:xfrm>
              <a:off x="1958374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8BC12C15-02FA-4794-B61D-2B4A3BE21284}"/>
                </a:ext>
              </a:extLst>
            </p:cNvPr>
            <p:cNvCxnSpPr>
              <a:cxnSpLocks/>
            </p:cNvCxnSpPr>
            <p:nvPr/>
          </p:nvCxnSpPr>
          <p:spPr>
            <a:xfrm>
              <a:off x="1957388" y="2391921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DB9C718-3146-4BD3-8A88-1AF0E86023BC}"/>
              </a:ext>
            </a:extLst>
          </p:cNvPr>
          <p:cNvGrpSpPr/>
          <p:nvPr/>
        </p:nvGrpSpPr>
        <p:grpSpPr>
          <a:xfrm>
            <a:off x="5890884" y="3494024"/>
            <a:ext cx="1428914" cy="220717"/>
            <a:chOff x="1240222" y="2171204"/>
            <a:chExt cx="1428914" cy="220717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79DAFCF-7B8A-4813-B0B1-C401F5A1715D}"/>
                </a:ext>
              </a:extLst>
            </p:cNvPr>
            <p:cNvCxnSpPr/>
            <p:nvPr/>
          </p:nvCxnSpPr>
          <p:spPr>
            <a:xfrm>
              <a:off x="1240222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DFF8D0B-1601-429B-BE3C-6C96BE2E6B69}"/>
                </a:ext>
              </a:extLst>
            </p:cNvPr>
            <p:cNvCxnSpPr>
              <a:cxnSpLocks/>
            </p:cNvCxnSpPr>
            <p:nvPr/>
          </p:nvCxnSpPr>
          <p:spPr>
            <a:xfrm>
              <a:off x="1245640" y="2171204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7D6B1271-8738-467F-9E11-5B298FDD420C}"/>
                </a:ext>
              </a:extLst>
            </p:cNvPr>
            <p:cNvCxnSpPr/>
            <p:nvPr/>
          </p:nvCxnSpPr>
          <p:spPr>
            <a:xfrm>
              <a:off x="1958374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76F71174-60BF-4B59-9FEC-9253CA8D417C}"/>
                </a:ext>
              </a:extLst>
            </p:cNvPr>
            <p:cNvCxnSpPr>
              <a:cxnSpLocks/>
            </p:cNvCxnSpPr>
            <p:nvPr/>
          </p:nvCxnSpPr>
          <p:spPr>
            <a:xfrm>
              <a:off x="1957388" y="2391921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738E09C-29A9-4A4E-A397-CFDE7BA6E4D5}"/>
              </a:ext>
            </a:extLst>
          </p:cNvPr>
          <p:cNvGrpSpPr/>
          <p:nvPr/>
        </p:nvGrpSpPr>
        <p:grpSpPr>
          <a:xfrm>
            <a:off x="7329563" y="3498286"/>
            <a:ext cx="1428914" cy="220717"/>
            <a:chOff x="1240222" y="2171204"/>
            <a:chExt cx="1428914" cy="220717"/>
          </a:xfrm>
        </p:grpSpPr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795C4C0-1EEB-4A3C-9DFB-522A40FBD571}"/>
                </a:ext>
              </a:extLst>
            </p:cNvPr>
            <p:cNvCxnSpPr/>
            <p:nvPr/>
          </p:nvCxnSpPr>
          <p:spPr>
            <a:xfrm>
              <a:off x="1240222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739FD2F9-B62B-456D-A88E-5EDBDED1112F}"/>
                </a:ext>
              </a:extLst>
            </p:cNvPr>
            <p:cNvCxnSpPr>
              <a:cxnSpLocks/>
            </p:cNvCxnSpPr>
            <p:nvPr/>
          </p:nvCxnSpPr>
          <p:spPr>
            <a:xfrm>
              <a:off x="1245640" y="2171204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2F6B1D76-04FA-4D0B-A1F1-1D17D87A016C}"/>
                </a:ext>
              </a:extLst>
            </p:cNvPr>
            <p:cNvCxnSpPr/>
            <p:nvPr/>
          </p:nvCxnSpPr>
          <p:spPr>
            <a:xfrm>
              <a:off x="1958374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F31BEE5-F3B1-43A1-9599-F201B4B44214}"/>
                </a:ext>
              </a:extLst>
            </p:cNvPr>
            <p:cNvCxnSpPr>
              <a:cxnSpLocks/>
            </p:cNvCxnSpPr>
            <p:nvPr/>
          </p:nvCxnSpPr>
          <p:spPr>
            <a:xfrm>
              <a:off x="1957388" y="2391921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B4753C6-6602-4D2C-B55A-E57F35F3EC4A}"/>
              </a:ext>
            </a:extLst>
          </p:cNvPr>
          <p:cNvGrpSpPr/>
          <p:nvPr/>
        </p:nvGrpSpPr>
        <p:grpSpPr>
          <a:xfrm>
            <a:off x="8757084" y="3494024"/>
            <a:ext cx="1428914" cy="220717"/>
            <a:chOff x="1240222" y="2171204"/>
            <a:chExt cx="1428914" cy="220717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F23944F3-CCCB-4AFB-A199-BFD63F352F89}"/>
                </a:ext>
              </a:extLst>
            </p:cNvPr>
            <p:cNvCxnSpPr/>
            <p:nvPr/>
          </p:nvCxnSpPr>
          <p:spPr>
            <a:xfrm>
              <a:off x="1240222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022D857-695D-45AE-8FBB-A160B8B0071C}"/>
                </a:ext>
              </a:extLst>
            </p:cNvPr>
            <p:cNvCxnSpPr>
              <a:cxnSpLocks/>
            </p:cNvCxnSpPr>
            <p:nvPr/>
          </p:nvCxnSpPr>
          <p:spPr>
            <a:xfrm>
              <a:off x="1245640" y="2171204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CB31D0E-C1DF-455C-AB5D-8F654234962C}"/>
                </a:ext>
              </a:extLst>
            </p:cNvPr>
            <p:cNvCxnSpPr/>
            <p:nvPr/>
          </p:nvCxnSpPr>
          <p:spPr>
            <a:xfrm>
              <a:off x="1958374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586E1B56-0952-4494-ADF3-0C5D782C7C20}"/>
                </a:ext>
              </a:extLst>
            </p:cNvPr>
            <p:cNvCxnSpPr>
              <a:cxnSpLocks/>
            </p:cNvCxnSpPr>
            <p:nvPr/>
          </p:nvCxnSpPr>
          <p:spPr>
            <a:xfrm>
              <a:off x="1957388" y="2391921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A5A67367-D2C5-4A2B-BDDE-6A2FF215B21D}"/>
              </a:ext>
            </a:extLst>
          </p:cNvPr>
          <p:cNvSpPr txBox="1"/>
          <p:nvPr/>
        </p:nvSpPr>
        <p:spPr>
          <a:xfrm>
            <a:off x="704193" y="2529702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318 MHz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F0AAC8C-7A8A-43E0-A236-71ECD13DBA74}"/>
              </a:ext>
            </a:extLst>
          </p:cNvPr>
          <p:cNvSpPr txBox="1"/>
          <p:nvPr/>
        </p:nvSpPr>
        <p:spPr>
          <a:xfrm>
            <a:off x="803516" y="3437738"/>
            <a:ext cx="665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53 MHz</a:t>
            </a: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C0B3D1FF-3417-417D-BCDA-4306A85C8E63}"/>
              </a:ext>
            </a:extLst>
          </p:cNvPr>
          <p:cNvCxnSpPr/>
          <p:nvPr/>
        </p:nvCxnSpPr>
        <p:spPr>
          <a:xfrm>
            <a:off x="1637248" y="400361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D945E6C-7354-49FF-883D-197EB1BF304C}"/>
              </a:ext>
            </a:extLst>
          </p:cNvPr>
          <p:cNvCxnSpPr>
            <a:cxnSpLocks/>
          </p:cNvCxnSpPr>
          <p:nvPr/>
        </p:nvCxnSpPr>
        <p:spPr>
          <a:xfrm>
            <a:off x="1632486" y="4003616"/>
            <a:ext cx="1430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04F0A4B6-FEDD-4587-9C24-F7F6B42FEB8C}"/>
              </a:ext>
            </a:extLst>
          </p:cNvPr>
          <p:cNvCxnSpPr/>
          <p:nvPr/>
        </p:nvCxnSpPr>
        <p:spPr>
          <a:xfrm>
            <a:off x="3068134" y="400361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E42419B-4A36-446F-95B0-5A9EEB6B34D7}"/>
              </a:ext>
            </a:extLst>
          </p:cNvPr>
          <p:cNvCxnSpPr>
            <a:cxnSpLocks/>
          </p:cNvCxnSpPr>
          <p:nvPr/>
        </p:nvCxnSpPr>
        <p:spPr>
          <a:xfrm>
            <a:off x="3060413" y="4224333"/>
            <a:ext cx="1430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E35394E2-56C0-406F-92F6-C29612A7BB01}"/>
              </a:ext>
            </a:extLst>
          </p:cNvPr>
          <p:cNvCxnSpPr>
            <a:cxnSpLocks/>
          </p:cNvCxnSpPr>
          <p:nvPr/>
        </p:nvCxnSpPr>
        <p:spPr>
          <a:xfrm>
            <a:off x="4492855" y="4003616"/>
            <a:ext cx="1430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99971936-A2CB-4856-BCCC-CF3FEB13CEF2}"/>
              </a:ext>
            </a:extLst>
          </p:cNvPr>
          <p:cNvCxnSpPr/>
          <p:nvPr/>
        </p:nvCxnSpPr>
        <p:spPr>
          <a:xfrm>
            <a:off x="5928503" y="400361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3A403D39-3CBC-41C0-9477-764CC7EB611F}"/>
              </a:ext>
            </a:extLst>
          </p:cNvPr>
          <p:cNvCxnSpPr>
            <a:cxnSpLocks/>
          </p:cNvCxnSpPr>
          <p:nvPr/>
        </p:nvCxnSpPr>
        <p:spPr>
          <a:xfrm>
            <a:off x="4503117" y="400361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77B19209-44E8-4455-81C0-098E264BB289}"/>
              </a:ext>
            </a:extLst>
          </p:cNvPr>
          <p:cNvCxnSpPr>
            <a:cxnSpLocks/>
          </p:cNvCxnSpPr>
          <p:nvPr/>
        </p:nvCxnSpPr>
        <p:spPr>
          <a:xfrm>
            <a:off x="5928503" y="4224333"/>
            <a:ext cx="1430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BEFCEC9E-9A68-4209-9807-5906153C5081}"/>
              </a:ext>
            </a:extLst>
          </p:cNvPr>
          <p:cNvCxnSpPr>
            <a:cxnSpLocks/>
          </p:cNvCxnSpPr>
          <p:nvPr/>
        </p:nvCxnSpPr>
        <p:spPr>
          <a:xfrm>
            <a:off x="7365273" y="4003616"/>
            <a:ext cx="1430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103B122C-7D9B-4D9E-9BE4-B2FF441900AF}"/>
              </a:ext>
            </a:extLst>
          </p:cNvPr>
          <p:cNvCxnSpPr/>
          <p:nvPr/>
        </p:nvCxnSpPr>
        <p:spPr>
          <a:xfrm>
            <a:off x="7359055" y="400361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687EE843-0836-49FE-87ED-792D688A19FF}"/>
              </a:ext>
            </a:extLst>
          </p:cNvPr>
          <p:cNvCxnSpPr>
            <a:cxnSpLocks/>
          </p:cNvCxnSpPr>
          <p:nvPr/>
        </p:nvCxnSpPr>
        <p:spPr>
          <a:xfrm>
            <a:off x="1632486" y="4586283"/>
            <a:ext cx="28706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0809F7C1-1C5F-42F6-8E78-026A0ECD507B}"/>
              </a:ext>
            </a:extLst>
          </p:cNvPr>
          <p:cNvCxnSpPr>
            <a:cxnSpLocks/>
          </p:cNvCxnSpPr>
          <p:nvPr/>
        </p:nvCxnSpPr>
        <p:spPr>
          <a:xfrm>
            <a:off x="4492436" y="4586283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48EE8704-A2F8-4E92-8D52-D41FFA8C176C}"/>
              </a:ext>
            </a:extLst>
          </p:cNvPr>
          <p:cNvCxnSpPr>
            <a:cxnSpLocks/>
          </p:cNvCxnSpPr>
          <p:nvPr/>
        </p:nvCxnSpPr>
        <p:spPr>
          <a:xfrm>
            <a:off x="4484563" y="4808146"/>
            <a:ext cx="28706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658BF888-6BA1-48FD-AF00-8C46F4CFCDA5}"/>
              </a:ext>
            </a:extLst>
          </p:cNvPr>
          <p:cNvCxnSpPr>
            <a:cxnSpLocks/>
          </p:cNvCxnSpPr>
          <p:nvPr/>
        </p:nvCxnSpPr>
        <p:spPr>
          <a:xfrm>
            <a:off x="7355194" y="4586283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EC920DEF-8E31-48C9-8A19-3A3494066FC2}"/>
              </a:ext>
            </a:extLst>
          </p:cNvPr>
          <p:cNvCxnSpPr>
            <a:cxnSpLocks/>
          </p:cNvCxnSpPr>
          <p:nvPr/>
        </p:nvCxnSpPr>
        <p:spPr>
          <a:xfrm>
            <a:off x="7353251" y="4585787"/>
            <a:ext cx="27761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E3ED3B9C-1ABF-4266-9501-5F9FD33406EF}"/>
              </a:ext>
            </a:extLst>
          </p:cNvPr>
          <p:cNvCxnSpPr>
            <a:cxnSpLocks/>
          </p:cNvCxnSpPr>
          <p:nvPr/>
        </p:nvCxnSpPr>
        <p:spPr>
          <a:xfrm>
            <a:off x="918111" y="4224333"/>
            <a:ext cx="7079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3050EE-85DA-4371-AEA8-2270299008B5}"/>
              </a:ext>
            </a:extLst>
          </p:cNvPr>
          <p:cNvCxnSpPr>
            <a:cxnSpLocks/>
          </p:cNvCxnSpPr>
          <p:nvPr/>
        </p:nvCxnSpPr>
        <p:spPr>
          <a:xfrm>
            <a:off x="870056" y="4806504"/>
            <a:ext cx="7560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C6A66A40-0173-4C49-86F2-6C104ADA4FA1}"/>
              </a:ext>
            </a:extLst>
          </p:cNvPr>
          <p:cNvCxnSpPr>
            <a:cxnSpLocks/>
          </p:cNvCxnSpPr>
          <p:nvPr/>
        </p:nvCxnSpPr>
        <p:spPr>
          <a:xfrm>
            <a:off x="1632486" y="45857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9B902506-F381-4B76-BB33-F64FDDAEE2E6}"/>
              </a:ext>
            </a:extLst>
          </p:cNvPr>
          <p:cNvCxnSpPr/>
          <p:nvPr/>
        </p:nvCxnSpPr>
        <p:spPr>
          <a:xfrm>
            <a:off x="8795825" y="400361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BB541BC-BD98-4FF9-82BE-4A16FC6D28A3}"/>
              </a:ext>
            </a:extLst>
          </p:cNvPr>
          <p:cNvCxnSpPr>
            <a:cxnSpLocks/>
          </p:cNvCxnSpPr>
          <p:nvPr/>
        </p:nvCxnSpPr>
        <p:spPr>
          <a:xfrm>
            <a:off x="8795825" y="4224333"/>
            <a:ext cx="1430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Oval 159">
            <a:extLst>
              <a:ext uri="{FF2B5EF4-FFF2-40B4-BE49-F238E27FC236}">
                <a16:creationId xmlns:a16="http://schemas.microsoft.com/office/drawing/2014/main" id="{DDC04C07-5210-416E-B818-B9A0BACE6483}"/>
              </a:ext>
            </a:extLst>
          </p:cNvPr>
          <p:cNvSpPr/>
          <p:nvPr/>
        </p:nvSpPr>
        <p:spPr>
          <a:xfrm>
            <a:off x="1953055" y="3523897"/>
            <a:ext cx="130629" cy="130629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EE39242B-F93A-454C-80A3-B97ACAD993FB}"/>
              </a:ext>
            </a:extLst>
          </p:cNvPr>
          <p:cNvSpPr/>
          <p:nvPr/>
        </p:nvSpPr>
        <p:spPr>
          <a:xfrm>
            <a:off x="7645561" y="3552811"/>
            <a:ext cx="130629" cy="130629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C06C884E-3B38-47BE-9994-66402DA73621}"/>
              </a:ext>
            </a:extLst>
          </p:cNvPr>
          <p:cNvSpPr/>
          <p:nvPr/>
        </p:nvSpPr>
        <p:spPr>
          <a:xfrm>
            <a:off x="4798753" y="3533959"/>
            <a:ext cx="130629" cy="13062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0A6F3B6-02F6-4130-AFA0-7DA8F7087C18}"/>
              </a:ext>
            </a:extLst>
          </p:cNvPr>
          <p:cNvSpPr/>
          <p:nvPr/>
        </p:nvSpPr>
        <p:spPr>
          <a:xfrm>
            <a:off x="3389024" y="3533960"/>
            <a:ext cx="130629" cy="13062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EA0D3C67-9AC1-4A26-93DD-2E91E2EBD0B9}"/>
              </a:ext>
            </a:extLst>
          </p:cNvPr>
          <p:cNvSpPr/>
          <p:nvPr/>
        </p:nvSpPr>
        <p:spPr>
          <a:xfrm>
            <a:off x="6206882" y="3543263"/>
            <a:ext cx="130629" cy="13062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E3749C6-645F-4524-860C-BD9E06A14A49}"/>
              </a:ext>
            </a:extLst>
          </p:cNvPr>
          <p:cNvCxnSpPr>
            <a:cxnSpLocks/>
          </p:cNvCxnSpPr>
          <p:nvPr/>
        </p:nvCxnSpPr>
        <p:spPr>
          <a:xfrm>
            <a:off x="1626081" y="21854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91D1E530-3422-4DB4-B115-B0D8971A136A}"/>
              </a:ext>
            </a:extLst>
          </p:cNvPr>
          <p:cNvCxnSpPr>
            <a:cxnSpLocks/>
          </p:cNvCxnSpPr>
          <p:nvPr/>
        </p:nvCxnSpPr>
        <p:spPr>
          <a:xfrm>
            <a:off x="1882599" y="21854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EE45A166-78BE-459A-8607-9654A37EC659}"/>
              </a:ext>
            </a:extLst>
          </p:cNvPr>
          <p:cNvCxnSpPr>
            <a:cxnSpLocks/>
          </p:cNvCxnSpPr>
          <p:nvPr/>
        </p:nvCxnSpPr>
        <p:spPr>
          <a:xfrm>
            <a:off x="2097897" y="21854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AA046A6C-839D-4A0A-B827-46C222FC3CC5}"/>
              </a:ext>
            </a:extLst>
          </p:cNvPr>
          <p:cNvSpPr txBox="1"/>
          <p:nvPr/>
        </p:nvSpPr>
        <p:spPr>
          <a:xfrm>
            <a:off x="1646497" y="2180683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0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0330C0A-785D-4809-92C3-3B640469B681}"/>
              </a:ext>
            </a:extLst>
          </p:cNvPr>
          <p:cNvSpPr txBox="1"/>
          <p:nvPr/>
        </p:nvSpPr>
        <p:spPr>
          <a:xfrm>
            <a:off x="1882599" y="2179341"/>
            <a:ext cx="5790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     ……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094A212-5D18-4B43-A8A5-473B307A5E7D}"/>
              </a:ext>
            </a:extLst>
          </p:cNvPr>
          <p:cNvSpPr txBox="1"/>
          <p:nvPr/>
        </p:nvSpPr>
        <p:spPr>
          <a:xfrm>
            <a:off x="806393" y="3914125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</a:rPr>
              <a:t>26.5 MHz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18A63E1A-5F5F-4E9F-83D0-9AAE145C8C30}"/>
              </a:ext>
            </a:extLst>
          </p:cNvPr>
          <p:cNvSpPr txBox="1"/>
          <p:nvPr/>
        </p:nvSpPr>
        <p:spPr>
          <a:xfrm>
            <a:off x="760673" y="4527523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13.25 MHz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C7CC968-049D-44C4-9BD9-8A48A9D4D608}"/>
              </a:ext>
            </a:extLst>
          </p:cNvPr>
          <p:cNvSpPr txBox="1"/>
          <p:nvPr/>
        </p:nvSpPr>
        <p:spPr>
          <a:xfrm>
            <a:off x="808049" y="5342216"/>
            <a:ext cx="57059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</a:rPr>
              <a:t>26.5 MHz: External clock</a:t>
            </a:r>
          </a:p>
          <a:p>
            <a:endParaRPr lang="en-US" sz="1200" dirty="0">
              <a:solidFill>
                <a:srgbClr val="0000FF"/>
              </a:solidFill>
            </a:endParaRPr>
          </a:p>
          <a:p>
            <a:r>
              <a:rPr lang="en-US" sz="1200" dirty="0">
                <a:solidFill>
                  <a:srgbClr val="00B050"/>
                </a:solidFill>
              </a:rPr>
              <a:t>318 MHz, 39.75 MHz, and 13.25 MHz clocks are derived vis MMCM from </a:t>
            </a:r>
            <a:r>
              <a:rPr lang="en-US" sz="1200" dirty="0">
                <a:solidFill>
                  <a:srgbClr val="0000FF"/>
                </a:solidFill>
              </a:rPr>
              <a:t>26.5 MHz clock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740B4DE4-5FE0-44F3-A61D-AFFCB855A404}"/>
              </a:ext>
            </a:extLst>
          </p:cNvPr>
          <p:cNvCxnSpPr>
            <a:cxnSpLocks/>
          </p:cNvCxnSpPr>
          <p:nvPr/>
        </p:nvCxnSpPr>
        <p:spPr>
          <a:xfrm>
            <a:off x="6846343" y="21854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B01157CF-B79C-4D18-A21E-FAC68DB0783C}"/>
              </a:ext>
            </a:extLst>
          </p:cNvPr>
          <p:cNvCxnSpPr>
            <a:cxnSpLocks/>
          </p:cNvCxnSpPr>
          <p:nvPr/>
        </p:nvCxnSpPr>
        <p:spPr>
          <a:xfrm>
            <a:off x="7102861" y="21854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A12EE0A1-09DB-4152-97BA-A22459BF0E5F}"/>
              </a:ext>
            </a:extLst>
          </p:cNvPr>
          <p:cNvCxnSpPr>
            <a:cxnSpLocks/>
          </p:cNvCxnSpPr>
          <p:nvPr/>
        </p:nvCxnSpPr>
        <p:spPr>
          <a:xfrm>
            <a:off x="7318159" y="21854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288DFDDC-3296-4E96-A85C-1534D8CEBFD8}"/>
              </a:ext>
            </a:extLst>
          </p:cNvPr>
          <p:cNvSpPr txBox="1"/>
          <p:nvPr/>
        </p:nvSpPr>
        <p:spPr>
          <a:xfrm>
            <a:off x="6829336" y="2179341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22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C5CF2286-0F4E-4558-BC5A-28A05CA151B6}"/>
              </a:ext>
            </a:extLst>
          </p:cNvPr>
          <p:cNvSpPr txBox="1"/>
          <p:nvPr/>
        </p:nvSpPr>
        <p:spPr>
          <a:xfrm>
            <a:off x="7060058" y="2179341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23</a:t>
            </a:r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B1635CC0-BD2B-407B-B9A5-762E0EEBAFC4}"/>
              </a:ext>
            </a:extLst>
          </p:cNvPr>
          <p:cNvCxnSpPr>
            <a:cxnSpLocks/>
          </p:cNvCxnSpPr>
          <p:nvPr/>
        </p:nvCxnSpPr>
        <p:spPr>
          <a:xfrm>
            <a:off x="7316976" y="219327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E4B4A14E-E9E6-4EF2-8E90-30AADE70CB04}"/>
              </a:ext>
            </a:extLst>
          </p:cNvPr>
          <p:cNvCxnSpPr>
            <a:cxnSpLocks/>
          </p:cNvCxnSpPr>
          <p:nvPr/>
        </p:nvCxnSpPr>
        <p:spPr>
          <a:xfrm>
            <a:off x="7573494" y="219327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C9344E18-9F82-410D-9706-69D95AAAC103}"/>
              </a:ext>
            </a:extLst>
          </p:cNvPr>
          <p:cNvCxnSpPr>
            <a:cxnSpLocks/>
          </p:cNvCxnSpPr>
          <p:nvPr/>
        </p:nvCxnSpPr>
        <p:spPr>
          <a:xfrm>
            <a:off x="7788792" y="219327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13875B6F-FA7C-4ECC-936E-9DAA7BDD5D3A}"/>
              </a:ext>
            </a:extLst>
          </p:cNvPr>
          <p:cNvSpPr txBox="1"/>
          <p:nvPr/>
        </p:nvSpPr>
        <p:spPr>
          <a:xfrm>
            <a:off x="7337392" y="2188468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0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DE8747D6-BDCB-4DF1-A714-09CC2721ABE5}"/>
              </a:ext>
            </a:extLst>
          </p:cNvPr>
          <p:cNvSpPr txBox="1"/>
          <p:nvPr/>
        </p:nvSpPr>
        <p:spPr>
          <a:xfrm>
            <a:off x="7553603" y="2187973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5FDAD37C-104E-472D-8A44-D7ECB3EF5461}"/>
              </a:ext>
            </a:extLst>
          </p:cNvPr>
          <p:cNvSpPr txBox="1"/>
          <p:nvPr/>
        </p:nvSpPr>
        <p:spPr>
          <a:xfrm>
            <a:off x="792994" y="1763708"/>
            <a:ext cx="1707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</a:rPr>
              <a:t>Segment selection index</a:t>
            </a: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F594F2C5-086A-47AA-ABFD-2884F42B79CF}"/>
              </a:ext>
            </a:extLst>
          </p:cNvPr>
          <p:cNvCxnSpPr>
            <a:stCxn id="183" idx="2"/>
            <a:endCxn id="168" idx="0"/>
          </p:cNvCxnSpPr>
          <p:nvPr/>
        </p:nvCxnSpPr>
        <p:spPr>
          <a:xfrm>
            <a:off x="1646497" y="2040707"/>
            <a:ext cx="125195" cy="139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C539A8F-8E99-40F5-85E2-0480E68B5B54}"/>
              </a:ext>
            </a:extLst>
          </p:cNvPr>
          <p:cNvSpPr/>
          <p:nvPr/>
        </p:nvSpPr>
        <p:spPr>
          <a:xfrm>
            <a:off x="607373" y="2937984"/>
            <a:ext cx="86113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39.75 MHz</a:t>
            </a:r>
            <a:endParaRPr lang="en-US" sz="1200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4B365F9F-1639-4242-B2E4-E3D66919367C}"/>
              </a:ext>
            </a:extLst>
          </p:cNvPr>
          <p:cNvSpPr txBox="1"/>
          <p:nvPr/>
        </p:nvSpPr>
        <p:spPr>
          <a:xfrm>
            <a:off x="428703" y="6050665"/>
            <a:ext cx="9102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– the position of the particles is not aligned to the rising edge of the 39.75 MHz clock…</a:t>
            </a:r>
          </a:p>
        </p:txBody>
      </p:sp>
    </p:spTree>
    <p:extLst>
      <p:ext uri="{BB962C8B-B14F-4D97-AF65-F5344CB8AC3E}">
        <p14:creationId xmlns:p14="http://schemas.microsoft.com/office/powerpoint/2010/main" val="3152092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7F66EA-288C-4C6D-8A3E-C40F276683C8}"/>
              </a:ext>
            </a:extLst>
          </p:cNvPr>
          <p:cNvSpPr txBox="1"/>
          <p:nvPr/>
        </p:nvSpPr>
        <p:spPr>
          <a:xfrm>
            <a:off x="726842" y="642359"/>
            <a:ext cx="104436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idea is to be able to enable selection of particles from the accelerator (on 53 MHz timing) at the with the </a:t>
            </a:r>
          </a:p>
          <a:p>
            <a:r>
              <a:rPr lang="en-US" dirty="0"/>
              <a:t> same relationship to a 40 MHz (approximately) clock. 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4533E462-FBDC-4BC7-93FA-5F0690BF84FA}"/>
              </a:ext>
            </a:extLst>
          </p:cNvPr>
          <p:cNvCxnSpPr>
            <a:cxnSpLocks/>
          </p:cNvCxnSpPr>
          <p:nvPr/>
        </p:nvCxnSpPr>
        <p:spPr>
          <a:xfrm>
            <a:off x="1389599" y="2529708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A0615567-DDD1-4CD7-8727-74A80D7AEA4D}"/>
              </a:ext>
            </a:extLst>
          </p:cNvPr>
          <p:cNvCxnSpPr>
            <a:cxnSpLocks/>
          </p:cNvCxnSpPr>
          <p:nvPr/>
        </p:nvCxnSpPr>
        <p:spPr>
          <a:xfrm flipH="1">
            <a:off x="1507840" y="2529707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48A1F15-16E6-4C85-B13A-13A83FD3DEC3}"/>
              </a:ext>
            </a:extLst>
          </p:cNvPr>
          <p:cNvCxnSpPr/>
          <p:nvPr/>
        </p:nvCxnSpPr>
        <p:spPr>
          <a:xfrm>
            <a:off x="1744323" y="252970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E4FBD3B4-F51D-4523-9A3F-6B5D91B8BA9F}"/>
              </a:ext>
            </a:extLst>
          </p:cNvPr>
          <p:cNvCxnSpPr>
            <a:cxnSpLocks/>
          </p:cNvCxnSpPr>
          <p:nvPr/>
        </p:nvCxnSpPr>
        <p:spPr>
          <a:xfrm flipH="1">
            <a:off x="1744323" y="2529707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FFB9A0-425A-4C36-862F-F559664A2416}"/>
              </a:ext>
            </a:extLst>
          </p:cNvPr>
          <p:cNvCxnSpPr/>
          <p:nvPr/>
        </p:nvCxnSpPr>
        <p:spPr>
          <a:xfrm>
            <a:off x="1981954" y="252970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5D9EC4B-83D0-4A94-96F2-E019E95E6C07}"/>
              </a:ext>
            </a:extLst>
          </p:cNvPr>
          <p:cNvCxnSpPr>
            <a:cxnSpLocks/>
          </p:cNvCxnSpPr>
          <p:nvPr/>
        </p:nvCxnSpPr>
        <p:spPr>
          <a:xfrm flipH="1">
            <a:off x="1981954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2C71C4-3402-4936-909F-7E3FAE78ED00}"/>
              </a:ext>
            </a:extLst>
          </p:cNvPr>
          <p:cNvCxnSpPr/>
          <p:nvPr/>
        </p:nvCxnSpPr>
        <p:spPr>
          <a:xfrm>
            <a:off x="2218436" y="252970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45490FF-74A4-4CAD-8B88-693D8D75B94F}"/>
              </a:ext>
            </a:extLst>
          </p:cNvPr>
          <p:cNvCxnSpPr>
            <a:cxnSpLocks/>
          </p:cNvCxnSpPr>
          <p:nvPr/>
        </p:nvCxnSpPr>
        <p:spPr>
          <a:xfrm flipH="1">
            <a:off x="2218436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ABC2BA-FE22-4CF5-837B-5D0F479EF07F}"/>
              </a:ext>
            </a:extLst>
          </p:cNvPr>
          <p:cNvCxnSpPr/>
          <p:nvPr/>
        </p:nvCxnSpPr>
        <p:spPr>
          <a:xfrm>
            <a:off x="2454918" y="252970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A1B87F9-D44D-447C-94CE-516E5A97D54E}"/>
              </a:ext>
            </a:extLst>
          </p:cNvPr>
          <p:cNvCxnSpPr>
            <a:cxnSpLocks/>
          </p:cNvCxnSpPr>
          <p:nvPr/>
        </p:nvCxnSpPr>
        <p:spPr>
          <a:xfrm flipH="1">
            <a:off x="2454918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451442-4815-4493-A4D1-5F68FE81F621}"/>
              </a:ext>
            </a:extLst>
          </p:cNvPr>
          <p:cNvCxnSpPr/>
          <p:nvPr/>
        </p:nvCxnSpPr>
        <p:spPr>
          <a:xfrm>
            <a:off x="2691400" y="252970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81FC8BA-6BD0-4A7F-98BA-648090546BDC}"/>
              </a:ext>
            </a:extLst>
          </p:cNvPr>
          <p:cNvCxnSpPr>
            <a:cxnSpLocks/>
          </p:cNvCxnSpPr>
          <p:nvPr/>
        </p:nvCxnSpPr>
        <p:spPr>
          <a:xfrm flipH="1">
            <a:off x="2691400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43E25F-D362-42C4-AE26-71712A869604}"/>
              </a:ext>
            </a:extLst>
          </p:cNvPr>
          <p:cNvCxnSpPr/>
          <p:nvPr/>
        </p:nvCxnSpPr>
        <p:spPr>
          <a:xfrm>
            <a:off x="2927882" y="252970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83FFF4B-814C-415B-97C9-4B6CF8B1A404}"/>
              </a:ext>
            </a:extLst>
          </p:cNvPr>
          <p:cNvCxnSpPr>
            <a:cxnSpLocks/>
          </p:cNvCxnSpPr>
          <p:nvPr/>
        </p:nvCxnSpPr>
        <p:spPr>
          <a:xfrm flipH="1">
            <a:off x="2927882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04CC48A-F79C-4864-8E8A-999BE52BD6A8}"/>
              </a:ext>
            </a:extLst>
          </p:cNvPr>
          <p:cNvCxnSpPr>
            <a:cxnSpLocks/>
          </p:cNvCxnSpPr>
          <p:nvPr/>
        </p:nvCxnSpPr>
        <p:spPr>
          <a:xfrm>
            <a:off x="3046949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09EA0731-D119-4E7A-9975-7A50353AB0A7}"/>
              </a:ext>
            </a:extLst>
          </p:cNvPr>
          <p:cNvCxnSpPr>
            <a:cxnSpLocks/>
          </p:cNvCxnSpPr>
          <p:nvPr/>
        </p:nvCxnSpPr>
        <p:spPr>
          <a:xfrm flipH="1">
            <a:off x="3165190" y="2529705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1D91F2-5F57-4BBB-B5C9-AB04D2B4CC88}"/>
              </a:ext>
            </a:extLst>
          </p:cNvPr>
          <p:cNvCxnSpPr/>
          <p:nvPr/>
        </p:nvCxnSpPr>
        <p:spPr>
          <a:xfrm>
            <a:off x="3401673" y="2529705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08FC009-F0D9-4ECB-A70C-EFC85A6966CA}"/>
              </a:ext>
            </a:extLst>
          </p:cNvPr>
          <p:cNvCxnSpPr>
            <a:cxnSpLocks/>
          </p:cNvCxnSpPr>
          <p:nvPr/>
        </p:nvCxnSpPr>
        <p:spPr>
          <a:xfrm flipH="1">
            <a:off x="3401673" y="2529705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919C3E4-A036-4FA5-A708-A0DD31CA19F0}"/>
              </a:ext>
            </a:extLst>
          </p:cNvPr>
          <p:cNvCxnSpPr/>
          <p:nvPr/>
        </p:nvCxnSpPr>
        <p:spPr>
          <a:xfrm>
            <a:off x="3639304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7F3A527-5D9D-4B52-A524-DC964DE66FBB}"/>
              </a:ext>
            </a:extLst>
          </p:cNvPr>
          <p:cNvCxnSpPr>
            <a:cxnSpLocks/>
          </p:cNvCxnSpPr>
          <p:nvPr/>
        </p:nvCxnSpPr>
        <p:spPr>
          <a:xfrm flipH="1">
            <a:off x="3639304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661F06C-D27D-423B-851A-EFF8BE2025F3}"/>
              </a:ext>
            </a:extLst>
          </p:cNvPr>
          <p:cNvCxnSpPr/>
          <p:nvPr/>
        </p:nvCxnSpPr>
        <p:spPr>
          <a:xfrm>
            <a:off x="3875786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778068C-B257-4D2E-8BDB-74D70D0C553E}"/>
              </a:ext>
            </a:extLst>
          </p:cNvPr>
          <p:cNvCxnSpPr>
            <a:cxnSpLocks/>
          </p:cNvCxnSpPr>
          <p:nvPr/>
        </p:nvCxnSpPr>
        <p:spPr>
          <a:xfrm flipH="1">
            <a:off x="3875786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7FEDD25-1282-46B0-B2DA-58AB00467ACD}"/>
              </a:ext>
            </a:extLst>
          </p:cNvPr>
          <p:cNvCxnSpPr/>
          <p:nvPr/>
        </p:nvCxnSpPr>
        <p:spPr>
          <a:xfrm>
            <a:off x="4112268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D690AF55-9980-4B1A-9556-FF6A2E07BBA4}"/>
              </a:ext>
            </a:extLst>
          </p:cNvPr>
          <p:cNvCxnSpPr>
            <a:cxnSpLocks/>
          </p:cNvCxnSpPr>
          <p:nvPr/>
        </p:nvCxnSpPr>
        <p:spPr>
          <a:xfrm flipH="1">
            <a:off x="4112268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FE1B317-C537-4E17-AB5D-1242F59F5040}"/>
              </a:ext>
            </a:extLst>
          </p:cNvPr>
          <p:cNvCxnSpPr/>
          <p:nvPr/>
        </p:nvCxnSpPr>
        <p:spPr>
          <a:xfrm>
            <a:off x="4348750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B73AA86-F442-416B-B0F4-C561AA7D7519}"/>
              </a:ext>
            </a:extLst>
          </p:cNvPr>
          <p:cNvCxnSpPr>
            <a:cxnSpLocks/>
          </p:cNvCxnSpPr>
          <p:nvPr/>
        </p:nvCxnSpPr>
        <p:spPr>
          <a:xfrm flipH="1">
            <a:off x="4348750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685E5A0-076E-4276-A947-8CCAF82CF0BE}"/>
              </a:ext>
            </a:extLst>
          </p:cNvPr>
          <p:cNvCxnSpPr/>
          <p:nvPr/>
        </p:nvCxnSpPr>
        <p:spPr>
          <a:xfrm>
            <a:off x="4585232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5323103-38B2-4C5D-871D-C5FAA8240D82}"/>
              </a:ext>
            </a:extLst>
          </p:cNvPr>
          <p:cNvCxnSpPr>
            <a:cxnSpLocks/>
          </p:cNvCxnSpPr>
          <p:nvPr/>
        </p:nvCxnSpPr>
        <p:spPr>
          <a:xfrm flipH="1">
            <a:off x="4585232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9563015C-C974-4FDE-ADE8-FA9D3CAA52DC}"/>
              </a:ext>
            </a:extLst>
          </p:cNvPr>
          <p:cNvCxnSpPr>
            <a:cxnSpLocks/>
          </p:cNvCxnSpPr>
          <p:nvPr/>
        </p:nvCxnSpPr>
        <p:spPr>
          <a:xfrm>
            <a:off x="4703472" y="2529706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3E17E448-92A6-4E1C-B8EF-72EDD8AD30BB}"/>
              </a:ext>
            </a:extLst>
          </p:cNvPr>
          <p:cNvCxnSpPr>
            <a:cxnSpLocks/>
          </p:cNvCxnSpPr>
          <p:nvPr/>
        </p:nvCxnSpPr>
        <p:spPr>
          <a:xfrm flipH="1">
            <a:off x="4821713" y="2529705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FFA96E6-80C2-439A-A5DB-2D9FCC933434}"/>
              </a:ext>
            </a:extLst>
          </p:cNvPr>
          <p:cNvCxnSpPr/>
          <p:nvPr/>
        </p:nvCxnSpPr>
        <p:spPr>
          <a:xfrm>
            <a:off x="5058196" y="2529705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8B73A25D-1EC9-4B6B-B3F5-4B0958F44EED}"/>
              </a:ext>
            </a:extLst>
          </p:cNvPr>
          <p:cNvCxnSpPr>
            <a:cxnSpLocks/>
          </p:cNvCxnSpPr>
          <p:nvPr/>
        </p:nvCxnSpPr>
        <p:spPr>
          <a:xfrm flipH="1">
            <a:off x="5058196" y="2529705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7370EC1-A008-4347-81E0-36B18E6BD7ED}"/>
              </a:ext>
            </a:extLst>
          </p:cNvPr>
          <p:cNvCxnSpPr/>
          <p:nvPr/>
        </p:nvCxnSpPr>
        <p:spPr>
          <a:xfrm>
            <a:off x="5295827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F832C64D-1EB2-4759-87B1-64CFD25112BE}"/>
              </a:ext>
            </a:extLst>
          </p:cNvPr>
          <p:cNvCxnSpPr>
            <a:cxnSpLocks/>
          </p:cNvCxnSpPr>
          <p:nvPr/>
        </p:nvCxnSpPr>
        <p:spPr>
          <a:xfrm flipH="1">
            <a:off x="5295827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0116641-D851-4C93-B564-EB3A84099413}"/>
              </a:ext>
            </a:extLst>
          </p:cNvPr>
          <p:cNvCxnSpPr/>
          <p:nvPr/>
        </p:nvCxnSpPr>
        <p:spPr>
          <a:xfrm>
            <a:off x="5532309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5965428-DB34-43E0-B1E6-92154049AC26}"/>
              </a:ext>
            </a:extLst>
          </p:cNvPr>
          <p:cNvCxnSpPr>
            <a:cxnSpLocks/>
          </p:cNvCxnSpPr>
          <p:nvPr/>
        </p:nvCxnSpPr>
        <p:spPr>
          <a:xfrm flipH="1">
            <a:off x="5532309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9726704-B790-4B76-843D-5DC763BF68AF}"/>
              </a:ext>
            </a:extLst>
          </p:cNvPr>
          <p:cNvCxnSpPr/>
          <p:nvPr/>
        </p:nvCxnSpPr>
        <p:spPr>
          <a:xfrm>
            <a:off x="5768791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66FE913B-1F0B-403D-883E-A7EFA929D5B4}"/>
              </a:ext>
            </a:extLst>
          </p:cNvPr>
          <p:cNvCxnSpPr>
            <a:cxnSpLocks/>
          </p:cNvCxnSpPr>
          <p:nvPr/>
        </p:nvCxnSpPr>
        <p:spPr>
          <a:xfrm flipH="1">
            <a:off x="5768791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A51507D-367C-4829-9186-3BA1759008CD}"/>
              </a:ext>
            </a:extLst>
          </p:cNvPr>
          <p:cNvCxnSpPr/>
          <p:nvPr/>
        </p:nvCxnSpPr>
        <p:spPr>
          <a:xfrm>
            <a:off x="6005273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5FE766CA-4B15-4203-91C7-AE438D1F07FD}"/>
              </a:ext>
            </a:extLst>
          </p:cNvPr>
          <p:cNvCxnSpPr>
            <a:cxnSpLocks/>
          </p:cNvCxnSpPr>
          <p:nvPr/>
        </p:nvCxnSpPr>
        <p:spPr>
          <a:xfrm flipH="1">
            <a:off x="6005273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0BFD1C5-0862-46C1-B505-AA1CB365E8CC}"/>
              </a:ext>
            </a:extLst>
          </p:cNvPr>
          <p:cNvCxnSpPr/>
          <p:nvPr/>
        </p:nvCxnSpPr>
        <p:spPr>
          <a:xfrm>
            <a:off x="6241755" y="252970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1900D354-C8B9-4DB5-BBBF-422A0EB43E58}"/>
              </a:ext>
            </a:extLst>
          </p:cNvPr>
          <p:cNvCxnSpPr>
            <a:cxnSpLocks/>
          </p:cNvCxnSpPr>
          <p:nvPr/>
        </p:nvCxnSpPr>
        <p:spPr>
          <a:xfrm flipH="1">
            <a:off x="6241755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D7473070-8DA1-4746-9375-FDFBFD251F95}"/>
              </a:ext>
            </a:extLst>
          </p:cNvPr>
          <p:cNvCxnSpPr>
            <a:cxnSpLocks/>
          </p:cNvCxnSpPr>
          <p:nvPr/>
        </p:nvCxnSpPr>
        <p:spPr>
          <a:xfrm>
            <a:off x="6359995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D05097B1-12FF-460B-AD42-7DB18A042A90}"/>
              </a:ext>
            </a:extLst>
          </p:cNvPr>
          <p:cNvCxnSpPr>
            <a:cxnSpLocks/>
          </p:cNvCxnSpPr>
          <p:nvPr/>
        </p:nvCxnSpPr>
        <p:spPr>
          <a:xfrm flipH="1">
            <a:off x="6478236" y="2529703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FC8E569-2A86-4153-9240-5BD92D0064DA}"/>
              </a:ext>
            </a:extLst>
          </p:cNvPr>
          <p:cNvCxnSpPr/>
          <p:nvPr/>
        </p:nvCxnSpPr>
        <p:spPr>
          <a:xfrm>
            <a:off x="6714719" y="2529703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40A0B702-00ED-424B-BEA0-FE69FADA35D8}"/>
              </a:ext>
            </a:extLst>
          </p:cNvPr>
          <p:cNvCxnSpPr>
            <a:cxnSpLocks/>
          </p:cNvCxnSpPr>
          <p:nvPr/>
        </p:nvCxnSpPr>
        <p:spPr>
          <a:xfrm flipH="1">
            <a:off x="6714719" y="2529703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F9195F7-AEEF-4991-BC78-DB002F14BCFB}"/>
              </a:ext>
            </a:extLst>
          </p:cNvPr>
          <p:cNvCxnSpPr/>
          <p:nvPr/>
        </p:nvCxnSpPr>
        <p:spPr>
          <a:xfrm>
            <a:off x="6952350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E86BCE9D-DEEE-4DA6-AB4E-9C77B1A42FF1}"/>
              </a:ext>
            </a:extLst>
          </p:cNvPr>
          <p:cNvCxnSpPr>
            <a:cxnSpLocks/>
          </p:cNvCxnSpPr>
          <p:nvPr/>
        </p:nvCxnSpPr>
        <p:spPr>
          <a:xfrm flipH="1">
            <a:off x="6952350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B36DA11-0C73-43D0-B83F-D45E896F7875}"/>
              </a:ext>
            </a:extLst>
          </p:cNvPr>
          <p:cNvCxnSpPr/>
          <p:nvPr/>
        </p:nvCxnSpPr>
        <p:spPr>
          <a:xfrm>
            <a:off x="7188832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D6F6CD5B-5A8F-4B6D-88AC-E15EC68682CF}"/>
              </a:ext>
            </a:extLst>
          </p:cNvPr>
          <p:cNvCxnSpPr>
            <a:cxnSpLocks/>
          </p:cNvCxnSpPr>
          <p:nvPr/>
        </p:nvCxnSpPr>
        <p:spPr>
          <a:xfrm flipH="1">
            <a:off x="7188832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09D4285-DCDB-472E-8905-9C1F84228A85}"/>
              </a:ext>
            </a:extLst>
          </p:cNvPr>
          <p:cNvCxnSpPr/>
          <p:nvPr/>
        </p:nvCxnSpPr>
        <p:spPr>
          <a:xfrm>
            <a:off x="7425314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B2976A25-5169-4F71-AEF9-51838885AF41}"/>
              </a:ext>
            </a:extLst>
          </p:cNvPr>
          <p:cNvCxnSpPr>
            <a:cxnSpLocks/>
          </p:cNvCxnSpPr>
          <p:nvPr/>
        </p:nvCxnSpPr>
        <p:spPr>
          <a:xfrm flipH="1">
            <a:off x="7425314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D034021-D157-4F68-9BE3-8E5326222625}"/>
              </a:ext>
            </a:extLst>
          </p:cNvPr>
          <p:cNvCxnSpPr/>
          <p:nvPr/>
        </p:nvCxnSpPr>
        <p:spPr>
          <a:xfrm>
            <a:off x="7661796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D3A37862-AD4F-44A8-889D-A5865DC3CB46}"/>
              </a:ext>
            </a:extLst>
          </p:cNvPr>
          <p:cNvCxnSpPr>
            <a:cxnSpLocks/>
          </p:cNvCxnSpPr>
          <p:nvPr/>
        </p:nvCxnSpPr>
        <p:spPr>
          <a:xfrm flipH="1">
            <a:off x="7661796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B2E4A21-8EB9-4B64-BE5B-6DB150FD8B72}"/>
              </a:ext>
            </a:extLst>
          </p:cNvPr>
          <p:cNvCxnSpPr/>
          <p:nvPr/>
        </p:nvCxnSpPr>
        <p:spPr>
          <a:xfrm>
            <a:off x="7898278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92A35B41-2DBE-4043-97F3-4F62B499A1A5}"/>
              </a:ext>
            </a:extLst>
          </p:cNvPr>
          <p:cNvCxnSpPr>
            <a:cxnSpLocks/>
          </p:cNvCxnSpPr>
          <p:nvPr/>
        </p:nvCxnSpPr>
        <p:spPr>
          <a:xfrm flipH="1">
            <a:off x="7898278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2F9BAC6A-DE73-4C4A-8612-92A843C6C816}"/>
              </a:ext>
            </a:extLst>
          </p:cNvPr>
          <p:cNvCxnSpPr>
            <a:cxnSpLocks/>
          </p:cNvCxnSpPr>
          <p:nvPr/>
        </p:nvCxnSpPr>
        <p:spPr>
          <a:xfrm>
            <a:off x="8016517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14DFB63C-23C2-480B-9F20-383451689FFE}"/>
              </a:ext>
            </a:extLst>
          </p:cNvPr>
          <p:cNvCxnSpPr>
            <a:cxnSpLocks/>
          </p:cNvCxnSpPr>
          <p:nvPr/>
        </p:nvCxnSpPr>
        <p:spPr>
          <a:xfrm flipH="1">
            <a:off x="8134758" y="2529703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FDE17C8-FE5D-4926-ABFC-72A233A9E4FD}"/>
              </a:ext>
            </a:extLst>
          </p:cNvPr>
          <p:cNvCxnSpPr/>
          <p:nvPr/>
        </p:nvCxnSpPr>
        <p:spPr>
          <a:xfrm>
            <a:off x="8371241" y="2529703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DEAC37DE-AA56-4661-9CC8-24A2A6E6AC53}"/>
              </a:ext>
            </a:extLst>
          </p:cNvPr>
          <p:cNvCxnSpPr>
            <a:cxnSpLocks/>
          </p:cNvCxnSpPr>
          <p:nvPr/>
        </p:nvCxnSpPr>
        <p:spPr>
          <a:xfrm flipH="1">
            <a:off x="8371241" y="2529703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2FD659F-55F2-47F6-A613-9407AD365FCC}"/>
              </a:ext>
            </a:extLst>
          </p:cNvPr>
          <p:cNvCxnSpPr/>
          <p:nvPr/>
        </p:nvCxnSpPr>
        <p:spPr>
          <a:xfrm>
            <a:off x="8608872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745821A8-E56F-488A-9B44-109ABFB6A835}"/>
              </a:ext>
            </a:extLst>
          </p:cNvPr>
          <p:cNvCxnSpPr>
            <a:cxnSpLocks/>
          </p:cNvCxnSpPr>
          <p:nvPr/>
        </p:nvCxnSpPr>
        <p:spPr>
          <a:xfrm flipH="1">
            <a:off x="8608872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B04B464-0CA6-424E-A1F9-5ADA2698CC2B}"/>
              </a:ext>
            </a:extLst>
          </p:cNvPr>
          <p:cNvCxnSpPr/>
          <p:nvPr/>
        </p:nvCxnSpPr>
        <p:spPr>
          <a:xfrm>
            <a:off x="8845354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2FCD9657-618A-4129-86E9-927496AE84FF}"/>
              </a:ext>
            </a:extLst>
          </p:cNvPr>
          <p:cNvCxnSpPr>
            <a:cxnSpLocks/>
          </p:cNvCxnSpPr>
          <p:nvPr/>
        </p:nvCxnSpPr>
        <p:spPr>
          <a:xfrm flipH="1">
            <a:off x="8845354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7EB36D5-5D78-4EA5-8B65-179FBC144E57}"/>
              </a:ext>
            </a:extLst>
          </p:cNvPr>
          <p:cNvCxnSpPr/>
          <p:nvPr/>
        </p:nvCxnSpPr>
        <p:spPr>
          <a:xfrm>
            <a:off x="9081836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266182D3-5536-41DC-A369-AA8B79C92D79}"/>
              </a:ext>
            </a:extLst>
          </p:cNvPr>
          <p:cNvCxnSpPr>
            <a:cxnSpLocks/>
          </p:cNvCxnSpPr>
          <p:nvPr/>
        </p:nvCxnSpPr>
        <p:spPr>
          <a:xfrm flipH="1">
            <a:off x="9081836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2C0B95A-E195-418A-A11D-BE38B61FD324}"/>
              </a:ext>
            </a:extLst>
          </p:cNvPr>
          <p:cNvCxnSpPr/>
          <p:nvPr/>
        </p:nvCxnSpPr>
        <p:spPr>
          <a:xfrm>
            <a:off x="9318318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8CF3AFAA-9025-4C26-B68C-B514E60627D4}"/>
              </a:ext>
            </a:extLst>
          </p:cNvPr>
          <p:cNvCxnSpPr>
            <a:cxnSpLocks/>
          </p:cNvCxnSpPr>
          <p:nvPr/>
        </p:nvCxnSpPr>
        <p:spPr>
          <a:xfrm flipH="1">
            <a:off x="9318318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D24A962-7AF8-428A-AB52-3F81B111AB6A}"/>
              </a:ext>
            </a:extLst>
          </p:cNvPr>
          <p:cNvCxnSpPr/>
          <p:nvPr/>
        </p:nvCxnSpPr>
        <p:spPr>
          <a:xfrm>
            <a:off x="9554800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DCDBD51-17C2-41C6-A077-75165157BB42}"/>
              </a:ext>
            </a:extLst>
          </p:cNvPr>
          <p:cNvCxnSpPr>
            <a:cxnSpLocks/>
          </p:cNvCxnSpPr>
          <p:nvPr/>
        </p:nvCxnSpPr>
        <p:spPr>
          <a:xfrm flipH="1">
            <a:off x="9554800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FF8CE2E4-9C54-4645-B0C2-961C18D40819}"/>
              </a:ext>
            </a:extLst>
          </p:cNvPr>
          <p:cNvCxnSpPr>
            <a:cxnSpLocks/>
          </p:cNvCxnSpPr>
          <p:nvPr/>
        </p:nvCxnSpPr>
        <p:spPr>
          <a:xfrm>
            <a:off x="9672717" y="2529704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D501140A-B8EF-4022-9DDB-99E7B0339FD5}"/>
              </a:ext>
            </a:extLst>
          </p:cNvPr>
          <p:cNvCxnSpPr>
            <a:cxnSpLocks/>
          </p:cNvCxnSpPr>
          <p:nvPr/>
        </p:nvCxnSpPr>
        <p:spPr>
          <a:xfrm flipH="1">
            <a:off x="9790958" y="2529703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996C3F2-2E04-4BA3-835E-18563615C209}"/>
              </a:ext>
            </a:extLst>
          </p:cNvPr>
          <p:cNvCxnSpPr/>
          <p:nvPr/>
        </p:nvCxnSpPr>
        <p:spPr>
          <a:xfrm>
            <a:off x="10027441" y="2529703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17534F57-BCA1-4B68-875F-7CDEDD0DA49F}"/>
              </a:ext>
            </a:extLst>
          </p:cNvPr>
          <p:cNvCxnSpPr>
            <a:cxnSpLocks/>
          </p:cNvCxnSpPr>
          <p:nvPr/>
        </p:nvCxnSpPr>
        <p:spPr>
          <a:xfrm flipH="1">
            <a:off x="10027441" y="2529703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5E3E626-6513-4D2D-AD7D-4EED5A8696B2}"/>
              </a:ext>
            </a:extLst>
          </p:cNvPr>
          <p:cNvCxnSpPr/>
          <p:nvPr/>
        </p:nvCxnSpPr>
        <p:spPr>
          <a:xfrm>
            <a:off x="10265072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36AC2D82-3978-47F0-9F45-5DB979B05F51}"/>
              </a:ext>
            </a:extLst>
          </p:cNvPr>
          <p:cNvCxnSpPr>
            <a:cxnSpLocks/>
          </p:cNvCxnSpPr>
          <p:nvPr/>
        </p:nvCxnSpPr>
        <p:spPr>
          <a:xfrm flipH="1">
            <a:off x="10265072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CB7B00A-8FB6-41D8-9C11-00ECE51EBD5F}"/>
              </a:ext>
            </a:extLst>
          </p:cNvPr>
          <p:cNvCxnSpPr/>
          <p:nvPr/>
        </p:nvCxnSpPr>
        <p:spPr>
          <a:xfrm>
            <a:off x="10501554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1403B46B-B880-48C2-B224-C02305B797E6}"/>
              </a:ext>
            </a:extLst>
          </p:cNvPr>
          <p:cNvCxnSpPr>
            <a:cxnSpLocks/>
          </p:cNvCxnSpPr>
          <p:nvPr/>
        </p:nvCxnSpPr>
        <p:spPr>
          <a:xfrm flipH="1">
            <a:off x="10501554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AD2A01D-79DF-4E54-A425-3E4460A00D34}"/>
              </a:ext>
            </a:extLst>
          </p:cNvPr>
          <p:cNvCxnSpPr/>
          <p:nvPr/>
        </p:nvCxnSpPr>
        <p:spPr>
          <a:xfrm>
            <a:off x="10738036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DB0A837E-070F-4066-89EB-4464F4FFB3E8}"/>
              </a:ext>
            </a:extLst>
          </p:cNvPr>
          <p:cNvCxnSpPr>
            <a:cxnSpLocks/>
          </p:cNvCxnSpPr>
          <p:nvPr/>
        </p:nvCxnSpPr>
        <p:spPr>
          <a:xfrm flipH="1">
            <a:off x="10738036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2099949-CD97-487E-9718-C239C3FE3C75}"/>
              </a:ext>
            </a:extLst>
          </p:cNvPr>
          <p:cNvCxnSpPr/>
          <p:nvPr/>
        </p:nvCxnSpPr>
        <p:spPr>
          <a:xfrm>
            <a:off x="10974518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FA4C2A2F-1B90-41EC-9780-02D6CA3B134C}"/>
              </a:ext>
            </a:extLst>
          </p:cNvPr>
          <p:cNvCxnSpPr>
            <a:cxnSpLocks/>
          </p:cNvCxnSpPr>
          <p:nvPr/>
        </p:nvCxnSpPr>
        <p:spPr>
          <a:xfrm flipH="1">
            <a:off x="10974518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4E16673-82A7-4EE0-898B-7B3E2DB83D5C}"/>
              </a:ext>
            </a:extLst>
          </p:cNvPr>
          <p:cNvCxnSpPr/>
          <p:nvPr/>
        </p:nvCxnSpPr>
        <p:spPr>
          <a:xfrm>
            <a:off x="11211000" y="252970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289DB0F0-5188-43F5-B53F-9455101224BF}"/>
              </a:ext>
            </a:extLst>
          </p:cNvPr>
          <p:cNvCxnSpPr>
            <a:cxnSpLocks/>
          </p:cNvCxnSpPr>
          <p:nvPr/>
        </p:nvCxnSpPr>
        <p:spPr>
          <a:xfrm flipH="1">
            <a:off x="11211000" y="2529702"/>
            <a:ext cx="236483" cy="220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D3BF24E-522E-4A03-9F81-B9B5B3984611}"/>
              </a:ext>
            </a:extLst>
          </p:cNvPr>
          <p:cNvCxnSpPr/>
          <p:nvPr/>
        </p:nvCxnSpPr>
        <p:spPr>
          <a:xfrm>
            <a:off x="1890485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C63BAC2-D032-4DDF-8D86-AFB1878B9CAA}"/>
              </a:ext>
            </a:extLst>
          </p:cNvPr>
          <p:cNvCxnSpPr/>
          <p:nvPr/>
        </p:nvCxnSpPr>
        <p:spPr>
          <a:xfrm>
            <a:off x="2833460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4AC56A2-440A-4A24-81E0-C4E8A6C6B6EC}"/>
              </a:ext>
            </a:extLst>
          </p:cNvPr>
          <p:cNvCxnSpPr/>
          <p:nvPr/>
        </p:nvCxnSpPr>
        <p:spPr>
          <a:xfrm>
            <a:off x="1890485" y="3008254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19ACD53-FFFC-45D5-A70B-02939FAC2CF5}"/>
              </a:ext>
            </a:extLst>
          </p:cNvPr>
          <p:cNvCxnSpPr/>
          <p:nvPr/>
        </p:nvCxnSpPr>
        <p:spPr>
          <a:xfrm>
            <a:off x="2839864" y="3228971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4C5E021-1557-48E4-981A-8A6A15B1A370}"/>
              </a:ext>
            </a:extLst>
          </p:cNvPr>
          <p:cNvCxnSpPr/>
          <p:nvPr/>
        </p:nvCxnSpPr>
        <p:spPr>
          <a:xfrm>
            <a:off x="3783491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2DFBC48-35EB-4179-813A-712277D1C2F3}"/>
              </a:ext>
            </a:extLst>
          </p:cNvPr>
          <p:cNvCxnSpPr/>
          <p:nvPr/>
        </p:nvCxnSpPr>
        <p:spPr>
          <a:xfrm>
            <a:off x="4726466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001D07C-851C-4CDC-8416-CFCFEFD1F65B}"/>
              </a:ext>
            </a:extLst>
          </p:cNvPr>
          <p:cNvCxnSpPr/>
          <p:nvPr/>
        </p:nvCxnSpPr>
        <p:spPr>
          <a:xfrm>
            <a:off x="3783491" y="3008254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7F08BCD-62F9-4A3F-A55E-E7A785738FE9}"/>
              </a:ext>
            </a:extLst>
          </p:cNvPr>
          <p:cNvCxnSpPr/>
          <p:nvPr/>
        </p:nvCxnSpPr>
        <p:spPr>
          <a:xfrm>
            <a:off x="4732870" y="3228971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28A6911-E6DE-492A-BACF-860FD1F8CF97}"/>
              </a:ext>
            </a:extLst>
          </p:cNvPr>
          <p:cNvCxnSpPr/>
          <p:nvPr/>
        </p:nvCxnSpPr>
        <p:spPr>
          <a:xfrm>
            <a:off x="5671242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E7748D86-C1EF-46C7-AD25-EAB69AE65B72}"/>
              </a:ext>
            </a:extLst>
          </p:cNvPr>
          <p:cNvCxnSpPr/>
          <p:nvPr/>
        </p:nvCxnSpPr>
        <p:spPr>
          <a:xfrm>
            <a:off x="6614217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4BB09A77-317B-476A-8FD7-CF90D71BA25F}"/>
              </a:ext>
            </a:extLst>
          </p:cNvPr>
          <p:cNvCxnSpPr/>
          <p:nvPr/>
        </p:nvCxnSpPr>
        <p:spPr>
          <a:xfrm>
            <a:off x="5671242" y="3008254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3CBA68A-E66D-45A8-93A7-532FF63EB2FA}"/>
              </a:ext>
            </a:extLst>
          </p:cNvPr>
          <p:cNvCxnSpPr/>
          <p:nvPr/>
        </p:nvCxnSpPr>
        <p:spPr>
          <a:xfrm>
            <a:off x="6620621" y="3228971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39CB0CD7-9839-4AC4-B79C-8571841EB7C4}"/>
              </a:ext>
            </a:extLst>
          </p:cNvPr>
          <p:cNvCxnSpPr/>
          <p:nvPr/>
        </p:nvCxnSpPr>
        <p:spPr>
          <a:xfrm>
            <a:off x="8510999" y="301186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8A32393-A50E-4E3C-8F49-D7940686BFC7}"/>
              </a:ext>
            </a:extLst>
          </p:cNvPr>
          <p:cNvCxnSpPr/>
          <p:nvPr/>
        </p:nvCxnSpPr>
        <p:spPr>
          <a:xfrm>
            <a:off x="7568024" y="3011864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B9802AA-45DA-47EE-828D-66AB5DAB63C6}"/>
              </a:ext>
            </a:extLst>
          </p:cNvPr>
          <p:cNvCxnSpPr/>
          <p:nvPr/>
        </p:nvCxnSpPr>
        <p:spPr>
          <a:xfrm>
            <a:off x="8517403" y="3232581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9CE16B0-664B-428D-8AA3-D1FE373FC9BC}"/>
              </a:ext>
            </a:extLst>
          </p:cNvPr>
          <p:cNvCxnSpPr/>
          <p:nvPr/>
        </p:nvCxnSpPr>
        <p:spPr>
          <a:xfrm>
            <a:off x="7573439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1AC5CC0-9B2B-4F1A-BDC8-5B7A36610066}"/>
              </a:ext>
            </a:extLst>
          </p:cNvPr>
          <p:cNvCxnSpPr/>
          <p:nvPr/>
        </p:nvCxnSpPr>
        <p:spPr>
          <a:xfrm>
            <a:off x="10387424" y="300825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616E1797-1B3D-461C-82F4-98F23718537F}"/>
              </a:ext>
            </a:extLst>
          </p:cNvPr>
          <p:cNvCxnSpPr/>
          <p:nvPr/>
        </p:nvCxnSpPr>
        <p:spPr>
          <a:xfrm>
            <a:off x="9444449" y="3008254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B235818C-2E2D-46AB-971A-1E2A829E9B1D}"/>
              </a:ext>
            </a:extLst>
          </p:cNvPr>
          <p:cNvCxnSpPr/>
          <p:nvPr/>
        </p:nvCxnSpPr>
        <p:spPr>
          <a:xfrm>
            <a:off x="10393828" y="3228971"/>
            <a:ext cx="942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062AB47-5C82-4662-B2E3-75241C2C00ED}"/>
              </a:ext>
            </a:extLst>
          </p:cNvPr>
          <p:cNvCxnSpPr/>
          <p:nvPr/>
        </p:nvCxnSpPr>
        <p:spPr>
          <a:xfrm>
            <a:off x="9449864" y="3004644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491821C-3302-4709-B347-A881B8FE1AC9}"/>
              </a:ext>
            </a:extLst>
          </p:cNvPr>
          <p:cNvCxnSpPr>
            <a:cxnSpLocks/>
          </p:cNvCxnSpPr>
          <p:nvPr/>
        </p:nvCxnSpPr>
        <p:spPr>
          <a:xfrm>
            <a:off x="1481566" y="3225361"/>
            <a:ext cx="4089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7819932D-437A-46CE-B9B5-908392809156}"/>
              </a:ext>
            </a:extLst>
          </p:cNvPr>
          <p:cNvCxnSpPr/>
          <p:nvPr/>
        </p:nvCxnSpPr>
        <p:spPr>
          <a:xfrm>
            <a:off x="1627068" y="3479741"/>
            <a:ext cx="0" cy="22071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119F3EA-1A21-45A6-A148-427B5AF5FC7E}"/>
              </a:ext>
            </a:extLst>
          </p:cNvPr>
          <p:cNvCxnSpPr>
            <a:cxnSpLocks/>
          </p:cNvCxnSpPr>
          <p:nvPr/>
        </p:nvCxnSpPr>
        <p:spPr>
          <a:xfrm>
            <a:off x="1632486" y="3479741"/>
            <a:ext cx="71174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9E6ECB2-8B27-47ED-946C-692DC627C307}"/>
              </a:ext>
            </a:extLst>
          </p:cNvPr>
          <p:cNvCxnSpPr/>
          <p:nvPr/>
        </p:nvCxnSpPr>
        <p:spPr>
          <a:xfrm>
            <a:off x="2345220" y="3479741"/>
            <a:ext cx="0" cy="22071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B0F0E6F-50F3-4E62-AC28-DD830E30847D}"/>
              </a:ext>
            </a:extLst>
          </p:cNvPr>
          <p:cNvCxnSpPr>
            <a:cxnSpLocks/>
          </p:cNvCxnSpPr>
          <p:nvPr/>
        </p:nvCxnSpPr>
        <p:spPr>
          <a:xfrm>
            <a:off x="2344234" y="3700458"/>
            <a:ext cx="71174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5F4354B-C0F3-4927-9549-88A639E3ED42}"/>
              </a:ext>
            </a:extLst>
          </p:cNvPr>
          <p:cNvCxnSpPr>
            <a:cxnSpLocks/>
          </p:cNvCxnSpPr>
          <p:nvPr/>
        </p:nvCxnSpPr>
        <p:spPr>
          <a:xfrm>
            <a:off x="1217163" y="3700458"/>
            <a:ext cx="40891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029F034-8358-43C9-8B6D-C32719D1E2E2}"/>
              </a:ext>
            </a:extLst>
          </p:cNvPr>
          <p:cNvGrpSpPr/>
          <p:nvPr/>
        </p:nvGrpSpPr>
        <p:grpSpPr>
          <a:xfrm>
            <a:off x="3063038" y="3479739"/>
            <a:ext cx="1428914" cy="220717"/>
            <a:chOff x="1240222" y="2171204"/>
            <a:chExt cx="1428914" cy="220717"/>
          </a:xfrm>
        </p:grpSpPr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BC317EC8-3853-479F-94A0-E92E84C70F6F}"/>
                </a:ext>
              </a:extLst>
            </p:cNvPr>
            <p:cNvCxnSpPr/>
            <p:nvPr/>
          </p:nvCxnSpPr>
          <p:spPr>
            <a:xfrm>
              <a:off x="1240222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BA16D1AB-E254-4AFE-B32C-1F5DEAED4DA5}"/>
                </a:ext>
              </a:extLst>
            </p:cNvPr>
            <p:cNvCxnSpPr>
              <a:cxnSpLocks/>
            </p:cNvCxnSpPr>
            <p:nvPr/>
          </p:nvCxnSpPr>
          <p:spPr>
            <a:xfrm>
              <a:off x="1245640" y="2171204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35DC9CF4-5F84-449F-AD07-19FE89F9C9EF}"/>
                </a:ext>
              </a:extLst>
            </p:cNvPr>
            <p:cNvCxnSpPr/>
            <p:nvPr/>
          </p:nvCxnSpPr>
          <p:spPr>
            <a:xfrm>
              <a:off x="1958374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86558D2B-9AC4-4FEF-A5F5-9856332F61DA}"/>
                </a:ext>
              </a:extLst>
            </p:cNvPr>
            <p:cNvCxnSpPr>
              <a:cxnSpLocks/>
            </p:cNvCxnSpPr>
            <p:nvPr/>
          </p:nvCxnSpPr>
          <p:spPr>
            <a:xfrm>
              <a:off x="1957388" y="2391921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64B84E2-D66D-4BBB-9E31-F2732E3F0EE2}"/>
              </a:ext>
            </a:extLst>
          </p:cNvPr>
          <p:cNvGrpSpPr/>
          <p:nvPr/>
        </p:nvGrpSpPr>
        <p:grpSpPr>
          <a:xfrm>
            <a:off x="4490965" y="3479739"/>
            <a:ext cx="1428914" cy="220717"/>
            <a:chOff x="1240222" y="2171204"/>
            <a:chExt cx="1428914" cy="220717"/>
          </a:xfrm>
        </p:grpSpPr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1C43EE95-D863-4B67-9A48-B0C493517BB8}"/>
                </a:ext>
              </a:extLst>
            </p:cNvPr>
            <p:cNvCxnSpPr/>
            <p:nvPr/>
          </p:nvCxnSpPr>
          <p:spPr>
            <a:xfrm>
              <a:off x="1240222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D19ACBC8-E00E-4E4B-B1B6-A149F5E9B7C7}"/>
                </a:ext>
              </a:extLst>
            </p:cNvPr>
            <p:cNvCxnSpPr>
              <a:cxnSpLocks/>
            </p:cNvCxnSpPr>
            <p:nvPr/>
          </p:nvCxnSpPr>
          <p:spPr>
            <a:xfrm>
              <a:off x="1245640" y="2171204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01F87C8F-9132-46D3-BEDF-9E5A53146343}"/>
                </a:ext>
              </a:extLst>
            </p:cNvPr>
            <p:cNvCxnSpPr/>
            <p:nvPr/>
          </p:nvCxnSpPr>
          <p:spPr>
            <a:xfrm>
              <a:off x="1958374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8BC12C15-02FA-4794-B61D-2B4A3BE21284}"/>
                </a:ext>
              </a:extLst>
            </p:cNvPr>
            <p:cNvCxnSpPr>
              <a:cxnSpLocks/>
            </p:cNvCxnSpPr>
            <p:nvPr/>
          </p:nvCxnSpPr>
          <p:spPr>
            <a:xfrm>
              <a:off x="1957388" y="2391921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DB9C718-3146-4BD3-8A88-1AF0E86023BC}"/>
              </a:ext>
            </a:extLst>
          </p:cNvPr>
          <p:cNvGrpSpPr/>
          <p:nvPr/>
        </p:nvGrpSpPr>
        <p:grpSpPr>
          <a:xfrm>
            <a:off x="5890884" y="3494024"/>
            <a:ext cx="1428914" cy="220717"/>
            <a:chOff x="1240222" y="2171204"/>
            <a:chExt cx="1428914" cy="220717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79DAFCF-7B8A-4813-B0B1-C401F5A1715D}"/>
                </a:ext>
              </a:extLst>
            </p:cNvPr>
            <p:cNvCxnSpPr/>
            <p:nvPr/>
          </p:nvCxnSpPr>
          <p:spPr>
            <a:xfrm>
              <a:off x="1240222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DFF8D0B-1601-429B-BE3C-6C96BE2E6B69}"/>
                </a:ext>
              </a:extLst>
            </p:cNvPr>
            <p:cNvCxnSpPr>
              <a:cxnSpLocks/>
            </p:cNvCxnSpPr>
            <p:nvPr/>
          </p:nvCxnSpPr>
          <p:spPr>
            <a:xfrm>
              <a:off x="1245640" y="2171204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7D6B1271-8738-467F-9E11-5B298FDD420C}"/>
                </a:ext>
              </a:extLst>
            </p:cNvPr>
            <p:cNvCxnSpPr/>
            <p:nvPr/>
          </p:nvCxnSpPr>
          <p:spPr>
            <a:xfrm>
              <a:off x="1958374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76F71174-60BF-4B59-9FEC-9253CA8D417C}"/>
                </a:ext>
              </a:extLst>
            </p:cNvPr>
            <p:cNvCxnSpPr>
              <a:cxnSpLocks/>
            </p:cNvCxnSpPr>
            <p:nvPr/>
          </p:nvCxnSpPr>
          <p:spPr>
            <a:xfrm>
              <a:off x="1957388" y="2391921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738E09C-29A9-4A4E-A397-CFDE7BA6E4D5}"/>
              </a:ext>
            </a:extLst>
          </p:cNvPr>
          <p:cNvGrpSpPr/>
          <p:nvPr/>
        </p:nvGrpSpPr>
        <p:grpSpPr>
          <a:xfrm>
            <a:off x="7329563" y="3498286"/>
            <a:ext cx="1428914" cy="220717"/>
            <a:chOff x="1240222" y="2171204"/>
            <a:chExt cx="1428914" cy="220717"/>
          </a:xfrm>
        </p:grpSpPr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795C4C0-1EEB-4A3C-9DFB-522A40FBD571}"/>
                </a:ext>
              </a:extLst>
            </p:cNvPr>
            <p:cNvCxnSpPr/>
            <p:nvPr/>
          </p:nvCxnSpPr>
          <p:spPr>
            <a:xfrm>
              <a:off x="1240222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739FD2F9-B62B-456D-A88E-5EDBDED1112F}"/>
                </a:ext>
              </a:extLst>
            </p:cNvPr>
            <p:cNvCxnSpPr>
              <a:cxnSpLocks/>
            </p:cNvCxnSpPr>
            <p:nvPr/>
          </p:nvCxnSpPr>
          <p:spPr>
            <a:xfrm>
              <a:off x="1245640" y="2171204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2F6B1D76-04FA-4D0B-A1F1-1D17D87A016C}"/>
                </a:ext>
              </a:extLst>
            </p:cNvPr>
            <p:cNvCxnSpPr/>
            <p:nvPr/>
          </p:nvCxnSpPr>
          <p:spPr>
            <a:xfrm>
              <a:off x="1958374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F31BEE5-F3B1-43A1-9599-F201B4B44214}"/>
                </a:ext>
              </a:extLst>
            </p:cNvPr>
            <p:cNvCxnSpPr>
              <a:cxnSpLocks/>
            </p:cNvCxnSpPr>
            <p:nvPr/>
          </p:nvCxnSpPr>
          <p:spPr>
            <a:xfrm>
              <a:off x="1957388" y="2391921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B4753C6-6602-4D2C-B55A-E57F35F3EC4A}"/>
              </a:ext>
            </a:extLst>
          </p:cNvPr>
          <p:cNvGrpSpPr/>
          <p:nvPr/>
        </p:nvGrpSpPr>
        <p:grpSpPr>
          <a:xfrm>
            <a:off x="8757084" y="3494024"/>
            <a:ext cx="1428914" cy="220717"/>
            <a:chOff x="1240222" y="2171204"/>
            <a:chExt cx="1428914" cy="220717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F23944F3-CCCB-4AFB-A199-BFD63F352F89}"/>
                </a:ext>
              </a:extLst>
            </p:cNvPr>
            <p:cNvCxnSpPr/>
            <p:nvPr/>
          </p:nvCxnSpPr>
          <p:spPr>
            <a:xfrm>
              <a:off x="1240222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022D857-695D-45AE-8FBB-A160B8B0071C}"/>
                </a:ext>
              </a:extLst>
            </p:cNvPr>
            <p:cNvCxnSpPr>
              <a:cxnSpLocks/>
            </p:cNvCxnSpPr>
            <p:nvPr/>
          </p:nvCxnSpPr>
          <p:spPr>
            <a:xfrm>
              <a:off x="1245640" y="2171204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CB31D0E-C1DF-455C-AB5D-8F654234962C}"/>
                </a:ext>
              </a:extLst>
            </p:cNvPr>
            <p:cNvCxnSpPr/>
            <p:nvPr/>
          </p:nvCxnSpPr>
          <p:spPr>
            <a:xfrm>
              <a:off x="1958374" y="2171204"/>
              <a:ext cx="0" cy="2207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586E1B56-0952-4494-ADF3-0C5D782C7C20}"/>
                </a:ext>
              </a:extLst>
            </p:cNvPr>
            <p:cNvCxnSpPr>
              <a:cxnSpLocks/>
            </p:cNvCxnSpPr>
            <p:nvPr/>
          </p:nvCxnSpPr>
          <p:spPr>
            <a:xfrm>
              <a:off x="1957388" y="2391921"/>
              <a:ext cx="71174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A5A67367-D2C5-4A2B-BDDE-6A2FF215B21D}"/>
              </a:ext>
            </a:extLst>
          </p:cNvPr>
          <p:cNvSpPr txBox="1"/>
          <p:nvPr/>
        </p:nvSpPr>
        <p:spPr>
          <a:xfrm>
            <a:off x="704193" y="2529702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318 MHz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F0AAC8C-7A8A-43E0-A236-71ECD13DBA74}"/>
              </a:ext>
            </a:extLst>
          </p:cNvPr>
          <p:cNvSpPr txBox="1"/>
          <p:nvPr/>
        </p:nvSpPr>
        <p:spPr>
          <a:xfrm>
            <a:off x="803516" y="3437738"/>
            <a:ext cx="665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53 MHz</a:t>
            </a: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C0B3D1FF-3417-417D-BCDA-4306A85C8E63}"/>
              </a:ext>
            </a:extLst>
          </p:cNvPr>
          <p:cNvCxnSpPr/>
          <p:nvPr/>
        </p:nvCxnSpPr>
        <p:spPr>
          <a:xfrm>
            <a:off x="1637248" y="400361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D945E6C-7354-49FF-883D-197EB1BF304C}"/>
              </a:ext>
            </a:extLst>
          </p:cNvPr>
          <p:cNvCxnSpPr>
            <a:cxnSpLocks/>
          </p:cNvCxnSpPr>
          <p:nvPr/>
        </p:nvCxnSpPr>
        <p:spPr>
          <a:xfrm>
            <a:off x="1632486" y="4003616"/>
            <a:ext cx="1430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04F0A4B6-FEDD-4587-9C24-F7F6B42FEB8C}"/>
              </a:ext>
            </a:extLst>
          </p:cNvPr>
          <p:cNvCxnSpPr/>
          <p:nvPr/>
        </p:nvCxnSpPr>
        <p:spPr>
          <a:xfrm>
            <a:off x="3068134" y="400361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E42419B-4A36-446F-95B0-5A9EEB6B34D7}"/>
              </a:ext>
            </a:extLst>
          </p:cNvPr>
          <p:cNvCxnSpPr>
            <a:cxnSpLocks/>
          </p:cNvCxnSpPr>
          <p:nvPr/>
        </p:nvCxnSpPr>
        <p:spPr>
          <a:xfrm>
            <a:off x="3060413" y="4224333"/>
            <a:ext cx="1430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E35394E2-56C0-406F-92F6-C29612A7BB01}"/>
              </a:ext>
            </a:extLst>
          </p:cNvPr>
          <p:cNvCxnSpPr>
            <a:cxnSpLocks/>
          </p:cNvCxnSpPr>
          <p:nvPr/>
        </p:nvCxnSpPr>
        <p:spPr>
          <a:xfrm>
            <a:off x="4492855" y="4003616"/>
            <a:ext cx="1430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99971936-A2CB-4856-BCCC-CF3FEB13CEF2}"/>
              </a:ext>
            </a:extLst>
          </p:cNvPr>
          <p:cNvCxnSpPr/>
          <p:nvPr/>
        </p:nvCxnSpPr>
        <p:spPr>
          <a:xfrm>
            <a:off x="5928503" y="400361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3A403D39-3CBC-41C0-9477-764CC7EB611F}"/>
              </a:ext>
            </a:extLst>
          </p:cNvPr>
          <p:cNvCxnSpPr>
            <a:cxnSpLocks/>
          </p:cNvCxnSpPr>
          <p:nvPr/>
        </p:nvCxnSpPr>
        <p:spPr>
          <a:xfrm>
            <a:off x="4503117" y="400361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77B19209-44E8-4455-81C0-098E264BB289}"/>
              </a:ext>
            </a:extLst>
          </p:cNvPr>
          <p:cNvCxnSpPr>
            <a:cxnSpLocks/>
          </p:cNvCxnSpPr>
          <p:nvPr/>
        </p:nvCxnSpPr>
        <p:spPr>
          <a:xfrm>
            <a:off x="5928503" y="4224333"/>
            <a:ext cx="1430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BEFCEC9E-9A68-4209-9807-5906153C5081}"/>
              </a:ext>
            </a:extLst>
          </p:cNvPr>
          <p:cNvCxnSpPr>
            <a:cxnSpLocks/>
          </p:cNvCxnSpPr>
          <p:nvPr/>
        </p:nvCxnSpPr>
        <p:spPr>
          <a:xfrm>
            <a:off x="7365273" y="4003616"/>
            <a:ext cx="1430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103B122C-7D9B-4D9E-9BE4-B2FF441900AF}"/>
              </a:ext>
            </a:extLst>
          </p:cNvPr>
          <p:cNvCxnSpPr/>
          <p:nvPr/>
        </p:nvCxnSpPr>
        <p:spPr>
          <a:xfrm>
            <a:off x="7359055" y="400361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687EE843-0836-49FE-87ED-792D688A19FF}"/>
              </a:ext>
            </a:extLst>
          </p:cNvPr>
          <p:cNvCxnSpPr>
            <a:cxnSpLocks/>
          </p:cNvCxnSpPr>
          <p:nvPr/>
        </p:nvCxnSpPr>
        <p:spPr>
          <a:xfrm>
            <a:off x="1632486" y="4586283"/>
            <a:ext cx="28706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0809F7C1-1C5F-42F6-8E78-026A0ECD507B}"/>
              </a:ext>
            </a:extLst>
          </p:cNvPr>
          <p:cNvCxnSpPr>
            <a:cxnSpLocks/>
          </p:cNvCxnSpPr>
          <p:nvPr/>
        </p:nvCxnSpPr>
        <p:spPr>
          <a:xfrm>
            <a:off x="4492436" y="4586283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48EE8704-A2F8-4E92-8D52-D41FFA8C176C}"/>
              </a:ext>
            </a:extLst>
          </p:cNvPr>
          <p:cNvCxnSpPr>
            <a:cxnSpLocks/>
          </p:cNvCxnSpPr>
          <p:nvPr/>
        </p:nvCxnSpPr>
        <p:spPr>
          <a:xfrm>
            <a:off x="4484563" y="4808146"/>
            <a:ext cx="28706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658BF888-6BA1-48FD-AF00-8C46F4CFCDA5}"/>
              </a:ext>
            </a:extLst>
          </p:cNvPr>
          <p:cNvCxnSpPr>
            <a:cxnSpLocks/>
          </p:cNvCxnSpPr>
          <p:nvPr/>
        </p:nvCxnSpPr>
        <p:spPr>
          <a:xfrm>
            <a:off x="7355194" y="4586283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EC920DEF-8E31-48C9-8A19-3A3494066FC2}"/>
              </a:ext>
            </a:extLst>
          </p:cNvPr>
          <p:cNvCxnSpPr>
            <a:cxnSpLocks/>
          </p:cNvCxnSpPr>
          <p:nvPr/>
        </p:nvCxnSpPr>
        <p:spPr>
          <a:xfrm>
            <a:off x="7353251" y="4585787"/>
            <a:ext cx="27761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E3ED3B9C-1ABF-4266-9501-5F9FD33406EF}"/>
              </a:ext>
            </a:extLst>
          </p:cNvPr>
          <p:cNvCxnSpPr>
            <a:cxnSpLocks/>
          </p:cNvCxnSpPr>
          <p:nvPr/>
        </p:nvCxnSpPr>
        <p:spPr>
          <a:xfrm>
            <a:off x="918111" y="4224333"/>
            <a:ext cx="7079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3050EE-85DA-4371-AEA8-2270299008B5}"/>
              </a:ext>
            </a:extLst>
          </p:cNvPr>
          <p:cNvCxnSpPr>
            <a:cxnSpLocks/>
          </p:cNvCxnSpPr>
          <p:nvPr/>
        </p:nvCxnSpPr>
        <p:spPr>
          <a:xfrm>
            <a:off x="870056" y="4806504"/>
            <a:ext cx="7560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C6A66A40-0173-4C49-86F2-6C104ADA4FA1}"/>
              </a:ext>
            </a:extLst>
          </p:cNvPr>
          <p:cNvCxnSpPr>
            <a:cxnSpLocks/>
          </p:cNvCxnSpPr>
          <p:nvPr/>
        </p:nvCxnSpPr>
        <p:spPr>
          <a:xfrm>
            <a:off x="1632486" y="45857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9B902506-F381-4B76-BB33-F64FDDAEE2E6}"/>
              </a:ext>
            </a:extLst>
          </p:cNvPr>
          <p:cNvCxnSpPr/>
          <p:nvPr/>
        </p:nvCxnSpPr>
        <p:spPr>
          <a:xfrm>
            <a:off x="8795825" y="4003616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BB541BC-BD98-4FF9-82BE-4A16FC6D28A3}"/>
              </a:ext>
            </a:extLst>
          </p:cNvPr>
          <p:cNvCxnSpPr>
            <a:cxnSpLocks/>
          </p:cNvCxnSpPr>
          <p:nvPr/>
        </p:nvCxnSpPr>
        <p:spPr>
          <a:xfrm>
            <a:off x="8795825" y="4224333"/>
            <a:ext cx="1430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Oval 159">
            <a:extLst>
              <a:ext uri="{FF2B5EF4-FFF2-40B4-BE49-F238E27FC236}">
                <a16:creationId xmlns:a16="http://schemas.microsoft.com/office/drawing/2014/main" id="{DDC04C07-5210-416E-B818-B9A0BACE6483}"/>
              </a:ext>
            </a:extLst>
          </p:cNvPr>
          <p:cNvSpPr/>
          <p:nvPr/>
        </p:nvSpPr>
        <p:spPr>
          <a:xfrm>
            <a:off x="1953055" y="3523897"/>
            <a:ext cx="130629" cy="130629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EE39242B-F93A-454C-80A3-B97ACAD993FB}"/>
              </a:ext>
            </a:extLst>
          </p:cNvPr>
          <p:cNvSpPr/>
          <p:nvPr/>
        </p:nvSpPr>
        <p:spPr>
          <a:xfrm>
            <a:off x="7645561" y="3552811"/>
            <a:ext cx="130629" cy="130629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C06C884E-3B38-47BE-9994-66402DA73621}"/>
              </a:ext>
            </a:extLst>
          </p:cNvPr>
          <p:cNvSpPr/>
          <p:nvPr/>
        </p:nvSpPr>
        <p:spPr>
          <a:xfrm>
            <a:off x="4798753" y="3533959"/>
            <a:ext cx="130629" cy="13062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0A6F3B6-02F6-4130-AFA0-7DA8F7087C18}"/>
              </a:ext>
            </a:extLst>
          </p:cNvPr>
          <p:cNvSpPr/>
          <p:nvPr/>
        </p:nvSpPr>
        <p:spPr>
          <a:xfrm>
            <a:off x="3389024" y="3533960"/>
            <a:ext cx="130629" cy="13062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EA0D3C67-9AC1-4A26-93DD-2E91E2EBD0B9}"/>
              </a:ext>
            </a:extLst>
          </p:cNvPr>
          <p:cNvSpPr/>
          <p:nvPr/>
        </p:nvSpPr>
        <p:spPr>
          <a:xfrm>
            <a:off x="6206882" y="3543263"/>
            <a:ext cx="130629" cy="13062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E3749C6-645F-4524-860C-BD9E06A14A49}"/>
              </a:ext>
            </a:extLst>
          </p:cNvPr>
          <p:cNvCxnSpPr>
            <a:cxnSpLocks/>
          </p:cNvCxnSpPr>
          <p:nvPr/>
        </p:nvCxnSpPr>
        <p:spPr>
          <a:xfrm>
            <a:off x="1626081" y="21854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91D1E530-3422-4DB4-B115-B0D8971A136A}"/>
              </a:ext>
            </a:extLst>
          </p:cNvPr>
          <p:cNvCxnSpPr>
            <a:cxnSpLocks/>
          </p:cNvCxnSpPr>
          <p:nvPr/>
        </p:nvCxnSpPr>
        <p:spPr>
          <a:xfrm>
            <a:off x="1882599" y="21854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EE45A166-78BE-459A-8607-9654A37EC659}"/>
              </a:ext>
            </a:extLst>
          </p:cNvPr>
          <p:cNvCxnSpPr>
            <a:cxnSpLocks/>
          </p:cNvCxnSpPr>
          <p:nvPr/>
        </p:nvCxnSpPr>
        <p:spPr>
          <a:xfrm>
            <a:off x="2097897" y="21854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AA046A6C-839D-4A0A-B827-46C222FC3CC5}"/>
              </a:ext>
            </a:extLst>
          </p:cNvPr>
          <p:cNvSpPr txBox="1"/>
          <p:nvPr/>
        </p:nvSpPr>
        <p:spPr>
          <a:xfrm>
            <a:off x="1646497" y="2180683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0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0330C0A-785D-4809-92C3-3B640469B681}"/>
              </a:ext>
            </a:extLst>
          </p:cNvPr>
          <p:cNvSpPr txBox="1"/>
          <p:nvPr/>
        </p:nvSpPr>
        <p:spPr>
          <a:xfrm>
            <a:off x="1882599" y="2179341"/>
            <a:ext cx="5790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     ……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094A212-5D18-4B43-A8A5-473B307A5E7D}"/>
              </a:ext>
            </a:extLst>
          </p:cNvPr>
          <p:cNvSpPr txBox="1"/>
          <p:nvPr/>
        </p:nvSpPr>
        <p:spPr>
          <a:xfrm>
            <a:off x="806393" y="3914125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</a:rPr>
              <a:t>26.5 MHz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18A63E1A-5F5F-4E9F-83D0-9AAE145C8C30}"/>
              </a:ext>
            </a:extLst>
          </p:cNvPr>
          <p:cNvSpPr txBox="1"/>
          <p:nvPr/>
        </p:nvSpPr>
        <p:spPr>
          <a:xfrm>
            <a:off x="760673" y="4527523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13.25 MHz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C7CC968-049D-44C4-9BD9-8A48A9D4D608}"/>
              </a:ext>
            </a:extLst>
          </p:cNvPr>
          <p:cNvSpPr txBox="1"/>
          <p:nvPr/>
        </p:nvSpPr>
        <p:spPr>
          <a:xfrm>
            <a:off x="808049" y="5342216"/>
            <a:ext cx="57059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</a:rPr>
              <a:t>26.5 MHz: External clock</a:t>
            </a:r>
          </a:p>
          <a:p>
            <a:endParaRPr lang="en-US" sz="1200" dirty="0">
              <a:solidFill>
                <a:srgbClr val="0000FF"/>
              </a:solidFill>
            </a:endParaRPr>
          </a:p>
          <a:p>
            <a:r>
              <a:rPr lang="en-US" sz="1200" dirty="0">
                <a:solidFill>
                  <a:srgbClr val="00B050"/>
                </a:solidFill>
              </a:rPr>
              <a:t>318 MHz, 39.75 MHz, and 13.25 MHz clocks are derived vis MMCM from </a:t>
            </a:r>
            <a:r>
              <a:rPr lang="en-US" sz="1200" dirty="0">
                <a:solidFill>
                  <a:srgbClr val="0000FF"/>
                </a:solidFill>
              </a:rPr>
              <a:t>26.5 MHz clock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740B4DE4-5FE0-44F3-A61D-AFFCB855A404}"/>
              </a:ext>
            </a:extLst>
          </p:cNvPr>
          <p:cNvCxnSpPr>
            <a:cxnSpLocks/>
          </p:cNvCxnSpPr>
          <p:nvPr/>
        </p:nvCxnSpPr>
        <p:spPr>
          <a:xfrm>
            <a:off x="6846343" y="21854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B01157CF-B79C-4D18-A21E-FAC68DB0783C}"/>
              </a:ext>
            </a:extLst>
          </p:cNvPr>
          <p:cNvCxnSpPr>
            <a:cxnSpLocks/>
          </p:cNvCxnSpPr>
          <p:nvPr/>
        </p:nvCxnSpPr>
        <p:spPr>
          <a:xfrm>
            <a:off x="7102861" y="21854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A12EE0A1-09DB-4152-97BA-A22459BF0E5F}"/>
              </a:ext>
            </a:extLst>
          </p:cNvPr>
          <p:cNvCxnSpPr>
            <a:cxnSpLocks/>
          </p:cNvCxnSpPr>
          <p:nvPr/>
        </p:nvCxnSpPr>
        <p:spPr>
          <a:xfrm>
            <a:off x="7318159" y="2185487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288DFDDC-3296-4E96-A85C-1534D8CEBFD8}"/>
              </a:ext>
            </a:extLst>
          </p:cNvPr>
          <p:cNvSpPr txBox="1"/>
          <p:nvPr/>
        </p:nvSpPr>
        <p:spPr>
          <a:xfrm>
            <a:off x="6829336" y="2179341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22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C5CF2286-0F4E-4558-BC5A-28A05CA151B6}"/>
              </a:ext>
            </a:extLst>
          </p:cNvPr>
          <p:cNvSpPr txBox="1"/>
          <p:nvPr/>
        </p:nvSpPr>
        <p:spPr>
          <a:xfrm>
            <a:off x="7060058" y="2179341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23</a:t>
            </a:r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B1635CC0-BD2B-407B-B9A5-762E0EEBAFC4}"/>
              </a:ext>
            </a:extLst>
          </p:cNvPr>
          <p:cNvCxnSpPr>
            <a:cxnSpLocks/>
          </p:cNvCxnSpPr>
          <p:nvPr/>
        </p:nvCxnSpPr>
        <p:spPr>
          <a:xfrm>
            <a:off x="7316976" y="219327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E4B4A14E-E9E6-4EF2-8E90-30AADE70CB04}"/>
              </a:ext>
            </a:extLst>
          </p:cNvPr>
          <p:cNvCxnSpPr>
            <a:cxnSpLocks/>
          </p:cNvCxnSpPr>
          <p:nvPr/>
        </p:nvCxnSpPr>
        <p:spPr>
          <a:xfrm>
            <a:off x="7573494" y="219327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C9344E18-9F82-410D-9706-69D95AAAC103}"/>
              </a:ext>
            </a:extLst>
          </p:cNvPr>
          <p:cNvCxnSpPr>
            <a:cxnSpLocks/>
          </p:cNvCxnSpPr>
          <p:nvPr/>
        </p:nvCxnSpPr>
        <p:spPr>
          <a:xfrm>
            <a:off x="7788792" y="2193272"/>
            <a:ext cx="0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13875B6F-FA7C-4ECC-936E-9DAA7BDD5D3A}"/>
              </a:ext>
            </a:extLst>
          </p:cNvPr>
          <p:cNvSpPr txBox="1"/>
          <p:nvPr/>
        </p:nvSpPr>
        <p:spPr>
          <a:xfrm>
            <a:off x="7337392" y="2188468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0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DE8747D6-BDCB-4DF1-A714-09CC2721ABE5}"/>
              </a:ext>
            </a:extLst>
          </p:cNvPr>
          <p:cNvSpPr txBox="1"/>
          <p:nvPr/>
        </p:nvSpPr>
        <p:spPr>
          <a:xfrm>
            <a:off x="7553603" y="2187973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5FDAD37C-104E-472D-8A44-D7ECB3EF5461}"/>
              </a:ext>
            </a:extLst>
          </p:cNvPr>
          <p:cNvSpPr txBox="1"/>
          <p:nvPr/>
        </p:nvSpPr>
        <p:spPr>
          <a:xfrm>
            <a:off x="792994" y="1763708"/>
            <a:ext cx="1707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</a:rPr>
              <a:t>Segment selection index</a:t>
            </a: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F594F2C5-086A-47AA-ABFD-2884F42B79CF}"/>
              </a:ext>
            </a:extLst>
          </p:cNvPr>
          <p:cNvCxnSpPr>
            <a:stCxn id="183" idx="2"/>
            <a:endCxn id="168" idx="0"/>
          </p:cNvCxnSpPr>
          <p:nvPr/>
        </p:nvCxnSpPr>
        <p:spPr>
          <a:xfrm>
            <a:off x="1646497" y="2040707"/>
            <a:ext cx="125195" cy="139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C539A8F-8E99-40F5-85E2-0480E68B5B54}"/>
              </a:ext>
            </a:extLst>
          </p:cNvPr>
          <p:cNvSpPr/>
          <p:nvPr/>
        </p:nvSpPr>
        <p:spPr>
          <a:xfrm>
            <a:off x="871776" y="2937984"/>
            <a:ext cx="86113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39.75 MHz</a:t>
            </a:r>
            <a:endParaRPr lang="en-US" sz="1200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4B365F9F-1639-4242-B2E4-E3D66919367C}"/>
              </a:ext>
            </a:extLst>
          </p:cNvPr>
          <p:cNvSpPr txBox="1"/>
          <p:nvPr/>
        </p:nvSpPr>
        <p:spPr>
          <a:xfrm>
            <a:off x="428703" y="6050665"/>
            <a:ext cx="5186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Solution(?) – adjust the phase of the 39.75 MHz clock</a:t>
            </a:r>
          </a:p>
        </p:txBody>
      </p:sp>
    </p:spTree>
    <p:extLst>
      <p:ext uri="{BB962C8B-B14F-4D97-AF65-F5344CB8AC3E}">
        <p14:creationId xmlns:p14="http://schemas.microsoft.com/office/powerpoint/2010/main" val="1369939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418</Words>
  <Application>Microsoft Office PowerPoint</Application>
  <PresentationFormat>Widescreen</PresentationFormat>
  <Paragraphs>65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Alan G. Prosser x6599 14113N</dc:creator>
  <cp:lastModifiedBy>Alan G. Prosser x6599 14113N</cp:lastModifiedBy>
  <cp:revision>12</cp:revision>
  <cp:lastPrinted>2017-11-14T18:01:18Z</cp:lastPrinted>
  <dcterms:created xsi:type="dcterms:W3CDTF">2017-11-14T15:29:50Z</dcterms:created>
  <dcterms:modified xsi:type="dcterms:W3CDTF">2017-11-15T15:03:41Z</dcterms:modified>
</cp:coreProperties>
</file>